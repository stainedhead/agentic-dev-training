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Review Cycles,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Hygiene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Continuous Improvement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Keeping humans in control while agents move at machine speed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43800" y="1261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Observe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43800" y="21305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Review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43800" y="29992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Improve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43800" y="3867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solidFill>
            <a:srgbClr val="1C3557">
              <a:alpha val="6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Repeat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HITL Architecture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Specify human-in-the-loop gates, approval flows, and escalation paths that balance speed with control.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Effective Agent PR Reviews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new mental model for reviewing AI-generated diffs: scope, intent, hallucination, and debt.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Maintain Living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Capture architectural decisions continuously using agents — turning Slack threads into auditable records.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 Continuous Improvement Loop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Deploy → observe → detect drift → update spec → re-run agent. The self-improving agentic system.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SUPERVISED DEVELOPMENT  —  THE NEW CONTRACT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“When I speak to my most senior engineers — the best developers we have — they say they have not written a single line of code since December. They only generate code and supervise it.”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— Alex Söderström, Spotify Co-CEO  ·  Q4 2025 Earnings Call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901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94560" y="19019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BEFORE (Chat Era)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190195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AFTER (Agent Era)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28600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Code Author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94560" y="228600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every line. Owns syntax, logic, and tests.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0" y="228600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Defines intent via spec and AC. Reviews and approves agent output.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6265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Architect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94560" y="29626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Designs system, documents decisions after-the-fact.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296265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Designs agent architecture, reviews plans, signs off before implementation.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639312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Tech Lead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Writes code alongside team. Reviews human PRs.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0" y="3639312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Approves agent plans and task lists. Sets HITL gates. Owns verification criteria.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315968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4315968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Engineering Manager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94560" y="431596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Tracks velocity, manages human developers.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0" y="43159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Tracks agent throughput, manages context quality, defines DoD and review standards.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HUMAN-IN-THE-LOOP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HITL must be designed into the agent system from day one — retrofitting it is expensive and fragile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FULLY AUTOMATED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Low-risk, reversible, self-correcting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976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Dependency version bumps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Doc generation and sync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Translation of new strings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976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Log analysis and alerting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Test coverage gap reports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4169664"/>
            <a:ext cx="2514600" cy="62179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HUMAN ROLE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6634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Humans review aggregate reports, not individual actions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170432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SOFT GATE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Medium-risk, recoverable, agent opens PR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1012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Feature implementation PRs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012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Refactoring PRs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1012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API integration changes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1012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Configuration changes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1012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New test generation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4169664"/>
            <a:ext cx="2514600" cy="62179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34670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HUMAN ROLE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4670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must approve PR before merge. Can reject and redirect agent.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1170432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HARD GATE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High-risk, irreversible, human decides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048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database changes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048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config modification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9048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Public API contract changes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9048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deploys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Payments or financial ops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72200" y="4169664"/>
            <a:ext cx="2514600" cy="621792"/>
          </a:xfrm>
          <a:prstGeom prst="rect">
            <a:avLst/>
          </a:prstGeom>
          <a:solidFill>
            <a:srgbClr val="B0304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22706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HUMAN ROLE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2706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authorises explicitly. Agent surfaces options only, does not execute.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REVIEWING AI-GENERATED PULL REQUESTS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Reviewing AI code takes as much mental energy as writing it — reviewers must be paranoid about hallucinations and scope creep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1. Did the agent stay in scope?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Check which files changed. Were all of them listed in the task spec? Any unexpected files changed = scope creep. Fail the PR.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2. Does the diff match the plan?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Compare implementation against plan.md. Did agent execute what was agreed? If it deviated, was the deviation justified in a comment?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3. Are AC tests present and correct?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 must have a corresponding test. Read the test names against the acceptance criteria — not just line coverage.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4. Are there hallucinated APIs or deps?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invent APIs and package versions that don’t exist. Check every import, every external call, every version number.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468880"/>
            <a:ext cx="5486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097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5. Is technical debt being introduced?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97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optimise for passing tests, not maintainability. Check for: magic numbers, duplicated logic, missing error handling, no comments.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6. Does behaviour match intent?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the feature mentally against your AC. Did the agent build what you wanted, even if tests pass? Functional correctness matters.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AS LIVING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engineers use agents to capture ADRs from Slack threads — making architectural reasoning continuous, not retrospective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Title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38528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ADR-0042: Use PostgreSQL for board 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Status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38528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Accepted / Proposed / Deprecated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Context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Why did we face this decision? What were the constraints?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Decision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38528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exactly did we decide to do?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Consequences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38528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are the trade-offs? What does this enable/prevent?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Alternatives Considered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38528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we reject and why?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62272"/>
            <a:ext cx="3931920" cy="36576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6227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Store in: adr/ folder in repo root · Reference in CLAUDE.md for JIT loading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AGENT-ASSISTED ADR WORKFLOW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2" name="Text 30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175504" y="170078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Architectural discussion happens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75504" y="195681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Engineers debate an approach in Slack, GitHub comments, or a design doc.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75504" y="234086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reads the thread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75504" y="259689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Ask the agent: “Read this Slack thread and produce a draft ADR in our standard format.”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0" name="Text 38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175504" y="298094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Human reviews and edits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175504" y="323697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 fills in missing context, verifies accuracy, and updates the status.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4" name="Text 42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175504" y="362102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ADR committed to repo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175504" y="387705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decision is now in version control alongside the code it governs.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8" name="Text 46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75504" y="426110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references ADR in future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75504" y="451713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When making related changes, agent loads the relevant ADR as just-in-time context.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DEFINITION OF DONE  —  ENFORCED BY THE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Without DoD embedded in the agent system, “done” is whatever the agent or reviewer decides in the moment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Specification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AC from SPEC.md explicitly met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features added beyond spec scope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066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have not been implemented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066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cases from spec are handled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4300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Code Quality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978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Linter: zero warnings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978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Type checker: clean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978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dead code or commented-out blocks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978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magic numbers or hardcoded strings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815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2976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Testing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066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100% of AC have corresponding tests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4066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tests passing in CI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066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Coverage threshold met on changed files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4066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 tests present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81528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81888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Documentation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2978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 updated if architectural decision made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2978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API docs reflect changes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2978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CLAUDE.md updated if agent rules changed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2978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Inline comments for complex logic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this DoD as a checklist in your PR template. Make it the Verifier’s exit criteria. Agents that don’t meet DoD don’t get to open PRs.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CONTINUOUS IMPROVEMENT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self-improving agentic system: every deployment is an opportunity to make the next one better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6692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Deploy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opens PR. Human reviews and merges. Agent output enters production.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039112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39112" y="1188720"/>
            <a:ext cx="157276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2039112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96312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Observe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30552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Monitor for regressions, user feedback, performance issues. Agents help here too (log analysis, alerting).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58184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1188720"/>
            <a:ext cx="1572768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758184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15384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 Drift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9624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Identify where agent output diverged from intent: new bugs, edge cases missed, scope that should have been in spec.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77256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77256" y="1188720"/>
            <a:ext cx="1572768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5477256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934456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Update Spec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68696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Update SPEC.md with clarifications, new AC, or corrected non-goals. Update CLAUDE.md or Skills if agent behaviour needs tuning.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196328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96328" y="1188720"/>
            <a:ext cx="1572768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7196328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53528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Re-run Agent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87768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Apply the updated spec to the fix or new feature. Better context → better agent output. The loop compounds.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482803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Hygiene practices: weekly SPEC.md review · monthly CLAUDE.md audit · quarterly Skills refresh · continuous ADR capture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HYGIENE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Common ways that review processes break down when agents write the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Rubber-stamping agent PRs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Reviewers merge without reading diffs. Technical debt accumulates at machine speed.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Review AI PRs with the same rigour as human PRs. Scope + intent + correctness. No exceptions.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Not checking for scope creep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47 files when asked to change 3. Nobody notices. Codebase becomes incoherent.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First review question: which files changed and were they all in scope? Hard fail if not.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Trusting tests implicitly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implementation, not the spec. Tests pass; feature is wrong.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Read test names against AC. Do the tests verify the spec, or the agent’s interpretation of it?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Letting ADRs go stale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makes architectural decisions contradicting past decisions nobody remembers.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Make ADR capture part of the PR checklist. Agent can draft the ADR from the PR description.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feedback loop to spec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Same types of errors recur. Agent keeps making the same mistakes. Process doesn’t improve.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When a bug is found in agent output, trace it to a spec gap and fix SPEC.md before next sprint.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gates too late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has already done irreversible things (prod write, email sent) before human can intervene.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Design HITL gates before irreversible actions, not after. Treat hard gates as non-negotiable.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METRICS FOR A HEALTHY AGENTIC 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If you can’t measure it, you can’t improve it. Track these to know if your agentic process is working.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Agent PR failure mode ratio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PRs in each of the 3 failure modes. Shift over time shows Verifier maturity.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AC coverage per PR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AC items covered by tests. Target: 100%. Decline indicates spec quality issue.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Rework rate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agent PRs that required &gt;1 human redirect before merge. Measures spec clarity.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Velocity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336499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Agent PRs per sprint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6499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Volume of agent-generated PRs. Rising = adoption. Flat = bottleneck in review or spec.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Time to HITL approval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6499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long humans take to review agent output. Rising = too many PRs or too-complex diffs.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Spec-to-merge cycle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6499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From requirements.md to merged PR. Measures end-to-end SDD efficiency.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Hygiene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ADR creation rate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4535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ADRs per sprint. Measures whether architectural decisions are being captured continuously.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5" name="Text 33"/>
          <p:cNvSpPr/>
          <p:nvPr/>
        </p:nvSpPr>
        <p:spPr>
          <a:xfrm>
            <a:off x="624535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SPEC.md staleness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4535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Days since last SPEC.md update. Rising = spec and reality diverging.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624535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CLAUDE.md line count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4535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Lines in CLAUDE.md. Rising = bloat. Should stay under 300.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Your Team’s Review System for an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HITL gates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workflow you designed in Module 2, place every agent action into the 3-tier HITL model. Where are your hard gates? Where can you fully automate? Where are the soft gates?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your PR review checklist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6-dimension framework from Slide 5, create a PR template checklist for your team’s first agentic PR. What would a reviewer actually check for AI-generated code?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Draft a DoD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a Definition of Done for a feature your team is planning. Include: AC coverage, code quality, test requirements, and documentation. Make every item machine-verifiable.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Identify your feedback loop gap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Where in your current process does the loop from production bug back to SPEC.md update break down? What’s missing? Design the one improvement that would have the highest impact.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How would your team’s review culture need to change to adopt the 6-dimension PR review framework?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3 HITL tiers do you think would be most contentious to agree on with your manager?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architectural decision from last quarter should have been an ADR? What did you lose by not capturing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If you could only track one metric from Slide 10 to start, which would give you the most insight?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Supervised development = the new engineer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HITL: design 3 tiers before you start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AI PR review needs 6-dimension checklist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ADRs: capture continuously, not retrospectively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DoD must be machine-verifiable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Continuous improvement = spec → agent → observe → update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compound at machine speed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07: Observability  —  Tracing, logging, evaluation, and monitoring for production agent systems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6: Review Cycles, Hygiene &amp; Continuous Improvement</dc:title>
  <dc:subject>PptxGenJS Presentation</dc:subject>
  <dc:creator>PptxGenJS</dc:creator>
  <cp:lastModifiedBy>PptxGenJS</cp:lastModifiedBy>
  <cp:revision>1</cp:revision>
  <dcterms:created xsi:type="dcterms:W3CDTF">2026-04-05T20:07:01Z</dcterms:created>
  <dcterms:modified xsi:type="dcterms:W3CDTF">2026-04-05T20:07:01Z</dcterms:modified>
</cp:coreProperties>
</file>