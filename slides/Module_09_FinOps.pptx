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217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FinOps for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Agentic Systems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Token economics, cost governance, and maximising ROI at agent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3931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94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777240"/>
            <a:ext cx="2148840" cy="841248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77724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Input tokens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75120" y="1216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$0.003/K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856232"/>
            <a:ext cx="2148840" cy="841248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8562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Output tokens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2951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$0.015/K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2935224"/>
            <a:ext cx="2148840" cy="84124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93522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steps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0" y="3374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loop depth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4014216"/>
            <a:ext cx="2148840" cy="841248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401421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Retrieval 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4453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chunk count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AI Cost Structure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AI costs are non-linear — token pricing, context window quadratics, output premiums, and how agent loops multiply costs.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Define FinOps Metrics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Implement cost-per-token, cost-per-inference, cost-per-unit-of-work, and token efficiency ratio as operational KPIs.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Optimisation Levers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Use model routing, prompt compression, semantic caching, compaction, and context hygiene to reduce costs without sacrificing quality.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Cost Governance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budget limits, token quotas, alerting thresholds, and FinOps dashboards that give engineering and finance a shared view.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AI COSTS ARE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Cloud bills CPU hours. AI bills semantic units — and they compound in ways that aren’t obvious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Output tokens cost 3–8× more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Nearly all major providers price output tokens significantly higher than input tokens. Agents that generate verbose intermediate reasoning (chain-of-thought) pay this premium on every step.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Context window scales quadratically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128K-token context costs 64× more to process than an 8K context due to attention matrix scaling. Unbounded context growth is a FinOps disaster.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loops multiply everything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ReAct loop running 10 cycles can consume 50× the tokens of a single linear pass. Each iteration sends the full conversation history as context.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Retrieval adds a third cost dimension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546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RAG pipelines incur embedding costs, retrieval costs, and re-ranking costs before the LLM even sees a token. Tune chunk size and retrieval depth carefully.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Quality and safety cost money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Guardrails, Judge LLMs, verifiers, and evaluation runs all add cost. Budget for reliability infrastructure, not just generation.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Costs are non-linear with 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feature that costs $0.001/request seems cheap until it runs 1M times/day. Plan for 10× scale from day one and model cost growth curves.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KEY FINOPS METRICS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Connect every metric to business value. If you can’t answer “is this justified?”, you don’t have enough visibility.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1984248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117043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Metric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95728" y="1170432"/>
            <a:ext cx="2084832" cy="384048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17043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Tier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170432"/>
            <a:ext cx="4251960" cy="384048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How to measure  ·  Why it matters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1609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2" name="Shape 10"/>
          <p:cNvSpPr/>
          <p:nvPr/>
        </p:nvSpPr>
        <p:spPr>
          <a:xfrm>
            <a:off x="2395728" y="1609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1609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09344"/>
            <a:ext cx="54864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" y="1609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token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1609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Provider API billing  ·  Baseline unit. Varies by model, input vs output, and cached vs fresh.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180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395728" y="2180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2180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1808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" y="2180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Operational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180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(Input + Output tokens) × rate  ·  Enables per-feature cost tracking and user-level attribution.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2752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2752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0" y="2752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7523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" y="2752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unit of work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Business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2752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Cost / (PRs, tickets, features)  ·  The only metric finance understands. Everything else is implementation.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323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95728" y="3323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0" y="3323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20040" y="3323844"/>
            <a:ext cx="54864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448056" y="3323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 efficiency ratio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Quality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23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Output quality score / tokens spent  ·  Are you getting value per token? Detects wasteful verbose prompts.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" y="3895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95728" y="3895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2000" y="3895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" y="38953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47" name="Text 45"/>
          <p:cNvSpPr/>
          <p:nvPr/>
        </p:nvSpPr>
        <p:spPr>
          <a:xfrm>
            <a:off x="448056" y="3895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Tokens per user session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663440" y="3895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tokens / active sessions  ·  Track flat or declining as usage grows. Rising = efficiency problem.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20040" y="4466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2" name="Shape 50"/>
          <p:cNvSpPr/>
          <p:nvPr/>
        </p:nvSpPr>
        <p:spPr>
          <a:xfrm>
            <a:off x="2395728" y="4466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0" y="4466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668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5" name="Text 53"/>
          <p:cNvSpPr/>
          <p:nvPr/>
        </p:nvSpPr>
        <p:spPr>
          <a:xfrm>
            <a:off x="448056" y="4466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agent loop iteration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Agent-specific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63440" y="4466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cost / loop count  ·  Exposes runaway loops. Should decrease as agents get better at one-shot.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SIX OPTIMISATION LEVERS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Apply in order of effort vs impact. Start with levers 1–3 before building infrastructure for 4–6.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Optimisation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15–25% cost reduction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Add “be concise” to prompts. Remove examples that don’t contribute. Strip redundant instructions. Spot expensive prompts in telemetry and refine.“Be concise” alone saves 15–25% (FinOps Foundation).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Model Routing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A8"/>
                </a:solidFill>
              </a:rPr>
              <a:t>30–70% cost reduction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Route simple queries to cheaper/faster models (Claude Haiku, GPT-4o mini). Reserve frontier models (Opus, GPT-4o) for complex reasoning. LiteLLM, Portkey, OpenRouter all support this out of the box.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Context Compaction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40–60% cost reduction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Prevent quadratic context growth. Clear tool results from history. Compact conversation at defined thresholds. A 10-cycle ReAct loop without compaction can cost 50× a compacted equivalent.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755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Semantic Caching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20–50% cost reduction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755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Cache LLM responses for semantically similar queries. Portkey/Helicone provide caching layers with configurable similarity thresholds. Most effective for repeated lookup patterns.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755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Compression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Up to 90% input cost reduction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755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LLMLingua and similar tools compress prompts with a small, fast model before sending to the large model. 20× compression ratios on verbose prompts. Acceptable quality degradation for most tasks.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Text 40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755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Provisioned Throughput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33% cost vs on-demand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755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For predictable, high-volume workloads: purchase provisioned throughput (PTUs on Azure, reserved capacity on AWS Bedrock). Tradeoff: commit to volume, gain cost predictability and lower latency.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COST GOVERNANCE MODEL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Visibility → Allocation → Optimisation  —  the three FinOps pillars applied to agent workloads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3035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930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 cost of every model call visible to engineers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Per-feature, per-team, per-user cost breakdowns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Real-time spend dashboards (Grafana, Datadog)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Alert on anomalies within minutes, not months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Connect token usage to business outcomes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170432"/>
            <a:ext cx="2697480" cy="53035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89304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3075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ALLOCATION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33756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Tag requests by team, feature, and customer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3756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Standardise API key naming conventions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3756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Enforce one key per team/feature boundary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3756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Chargeback to cost centres by consumption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33756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Track cost-per-user for SaaS products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080760" y="1170432"/>
            <a:ext cx="2697480" cy="53035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9304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61111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OPTIMISATION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21792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Identify most expensive prompts in telemetry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21792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Apply routing: cheap model first, escalate only if needed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Set hard token budget limits at gateway level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1792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Auto-throttle/pause when budget is exhausted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1792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 optimisation sprints quarterly against KPIs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TOOLING FOR AI WORKLOADS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The LLM observability stack has matured to include cost dimensions alongside traditional metrics  — Zylos Research,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Vantage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solidFill>
            <a:srgbClr val="3A7DC9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FinOps Platform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Native Anthropic + cloud cost in one view. MCP server for agent-driven cost queries. Best for: teams scaling Claude/GPT usage who need cost next to infra spend.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Langfuse / Traceloop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solidFill>
            <a:srgbClr val="4A7FA8">
              <a:alpha val="4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Tracing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Open-source LLM tracing with cost attribution at trace and span level. Integrates with existing observability stacks. Best for: teams wanting open-source cost visibility.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673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Portkey / Helicone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solidFill>
            <a:srgbClr val="3A7E6E">
              <a:alpha val="4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Gateway Proxy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 gateway proxies that inject per-request cost tracking, budget limits, and usage breakdowns without code changes. Also enables semantic caching and model routing.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Datadog LLM Obs.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solidFill>
            <a:srgbClr val="8096B0">
              <a:alpha val="4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APM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060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Enterprise-grade cost monitoring integrated with existing cloud cost management. Pulls from provider APIs. Best for: orgs already on Datadog with existing cloud cost dashboards.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468880"/>
            <a:ext cx="4206240" cy="38404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 Foundation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solidFill>
            <a:srgbClr val="5B8DB8">
              <a:alpha val="4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Framework + Community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Working groups on FinOps for AI, benchmark data, cost optimisation guides, and FOCUS standard for multi-cloud billing normalisation. Free resources at finops.org.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4206240" cy="384048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Natively (Grafana)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solidFill>
            <a:srgbClr val="2E5073">
              <a:alpha val="4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DIY Dashboard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060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Export token usage from provider APIs, build Grafana panels: cost by team, tokens per request by model, budget burn rate. Full control, more engineering investment.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ROI EQUATION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FinOps is not just cost cutting — it’s maximising value per dollar spent on AI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3557"/>
                </a:solidFill>
              </a:rPr>
              <a:t>ROI  =  (Value Generated − Total AI Cost)  ÷  Total AI Cost  ×  100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Companies deploying agentic AI report average ROI of 171% (U.S. enterprises: ~192%) — 3× traditional automation ROI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↑  VALUE DRIVERS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Developer velocity (features / sprint)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Reduced QA and rework cycles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Lower cost of routine 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Faster time-to-market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24/7 operation without human overtime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↓  COST DRIVERS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Token consumption (input + output)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006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Infrastructure (compute, networking)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006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Reliability layer (verifiers, judges)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006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Human oversight time (HITL gates)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06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Observability and monitoring stack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Avoid vanity metrics: 1M requests at $0.001 = $1,000. Is it generating at least $1,000 of value? Always connect usage metrics to cost, and cost to business value.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FINOPS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are burning enterprise AI budgets right now. Know them before they hit your P&amp;L.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cost visibility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Costs discovered at month-end. No ability to detect anomalies or attribute spend to teams.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Deploy an LLM gateway proxy day one. Cost tracking is not optional infrastructure.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One model for everything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Using GPT-4o or Claude Opus for every task, including simple lookups that Haiku handles fine.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model routing. Classify request complexity, route to cheapest model that handles it.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Unbounded context windows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Agents accumulating history across 100+ tool calls, paying quadratic compute costs.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Set compaction thresholds. Implement tool result clearing. Define max context per agent type.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Verbose prompts at scale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Unnecessary examples, redundant instructions, and boilerplate burning 20–30% of budget.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“Be concise” saves 15–25%. Audit top 10 most expensive prompts quarterly and refine.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budget guardrails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Single runaway agent loop exhausts monthly AI budget overnight. Discovered in morning standup.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Hard token budget limits at gateway level. Auto-throttle at 80% of budget. Alert at 50%.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Vanity metrics only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Tracking request count and uptime but not cost-per-unit-of-work. Cannot justify AI investment to CFO.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and track 3 business-level metrics: cost per feature, cost per support deflection, etc.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GOVERNANCE DASHBOARD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engineering, finance, and product need to see together in one view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Spend Overview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Total AI spend this month: $12,450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remaining: $7,550 (38%)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Projected month-end: $18,200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MoM change: +23%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Cost by 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Platform: $4,200 (34%)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Product: $3,800 (31%)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Data: $2,900 (23%)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Infra: $1,550 (12%)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Distribution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Sonnet: $6,800 (55%)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Haiku: $2,100 (17%)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Opus: $3,550 (28%)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efficiency: 72%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Unit Economics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PR: $0.42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support deflection: $0.18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feature shipped: $156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Token efficiency: 84% (target: 90%)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Alerts &amp; Anomalies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0060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1 alert: Data team 140% of daily budget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0060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3 runaway loops detected (auto-stopped)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New model API key detected (untagged)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060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spike +340% at 02:14 UTC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Optimisation Wins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0060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saved $1,240 this month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0060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Compaction saved $880 this month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0060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“Be concise” prompts saved $320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0060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Caching hit rate: 31% (↑ from 18%)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Cost-Model Your Team’s Claude Code Usage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8503920" cy="237744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8016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C3557"/>
                </a:solidFill>
              </a:rPr>
              <a:t>Scope: focuses on the cost of using Claude Code and GitHub Copilot in your development workflow — not production agent costs (same principles apply once you ship production agents)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591056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91056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59105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86968" y="16459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Estimate token costs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90088" y="16459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6968" y="19202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Pick one real Claude Code workflow your team uses. Estimate: LLM calls per run, context size, model tier. Use current Claude Sonnet pricing. What does one run cost? What does 20 developer runs/day cost?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304288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304288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30428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86968" y="23591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Apply the five levers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90088" y="2359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(6 min)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63347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of the five optimisation levers apply to your coding agent workflow? For each applicable lever: estimate % savings and implementation effort (1–5). Which single change would you make first?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017520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017520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0175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6968" y="30723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your budget architecture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990088" y="3072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(6 min)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346704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cost limits at each level: org, team, per-developer session, per-task request. What triggers each alert? What is automated vs manual?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730752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30752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73075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86968" y="37856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Choose your tooling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990088" y="37856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(4 min)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86968" y="405993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Langfuse, Vantage, Portkey, or native Anthropic usage dashboards? What is the one view your tech lead checks weekly?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443984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4443984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443984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8696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Share your $/day estimate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2990088" y="44988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(2 min)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86968" y="477316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surprised you? Where is the biggest cost risk in your current usage patterns? What habit would you change today?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Do you currently have cost-per-unit-of-work visibility for your AI features? If not, what’s the nearest proxy?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six optimisation levers could you deploy in the next sprint with no new infrastructure?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your AI spend doubled tomorrow, would you know within the hour? What’s your alert setup today?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 you currently justify AI investment to your CFO or leadership? What would cost-per-feature data change?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Output tokens cost 3–8× more than input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10-cycle loops = 50× cost without compaction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“Be concise” alone saves 15–25%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Route: cheap model first, escalate if needed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Visibility → Allocation → Optimisation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Define cost-per-unit-of-work before deploying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Average agent ROI: 171% — but only if governed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10: Design Reviews  —  Agent-first design, AX, ADRs, and the pre-deployment design review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9: FinOps for Agentic Systems</dc:title>
  <dc:subject>PptxGenJS Presentation</dc:subject>
  <dc:creator>PptxGenJS</dc:creator>
  <cp:lastModifiedBy>PptxGenJS</cp:lastModifiedBy>
  <cp:revision>1</cp:revision>
  <dcterms:created xsi:type="dcterms:W3CDTF">2026-04-05T20:14:09Z</dcterms:created>
  <dcterms:modified xsi:type="dcterms:W3CDTF">2026-04-05T20:14:09Z</dcterms:modified>
</cp:coreProperties>
</file>