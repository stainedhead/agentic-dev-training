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Observability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48716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Seeing inside your agents: tracing, logging, evaluation, and monitoring in production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21868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3832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Monitoring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Logging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572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4 Pillars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AGENT OBSERVABILITY IS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Traditional APM tells you what happened. Agent observability must tell you why, how, and whether it was correct.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17043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DIMENSION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TRADITIONAL SOFTWARE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57784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AGENTIC SYSTEM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54480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5448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HTTP request with defined schema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57784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 prompt + conversation history + loaded context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3969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Processing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Deterministic code path, predictable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7784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Non-deterministic LLM reasoning — same input ≠ same output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724912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72491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Output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4028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Structured response, validatable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784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language, code, tool calls — correctness is semantic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3310128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1012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Error Signal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4028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Exception, 500 status, stacktrace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57784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Plausible-sounding wrong answer — no exception thrown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95344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895344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4028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Latency, throughput, error rate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57784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Latency + token cost + quality + safety + alignment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48056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Root Cause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4028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Code bug, infra failure, timeout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57784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Context pollution, prompt drift, tool misuse, hallucination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20040" y="502920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Microsoft Security Blog (March 2026): “Making enterprise AI systems observable transforms opaque model behavior into actionable security signals.”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PILLARS OF AGENT OBSERVABILITY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011680" cy="62179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Continuous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Real-time tracking of agent actions, decisions, and tool calls. Surface anomalies, unexpected behaviour, and performance drift before humans notice.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Track: request volume, latency, token cost, tool invocation frequency, error rate, model version drift.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" y="3822192"/>
            <a:ext cx="1865376" cy="9875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TOOLING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8056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C3557"/>
                </a:solidFill>
              </a:rPr>
              <a:t>Azure AI Foundry, Dynatrace, Datadog LLM Observability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96312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914400"/>
            <a:ext cx="2011680" cy="62179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6" name="Text 14"/>
          <p:cNvSpPr/>
          <p:nvPr/>
        </p:nvSpPr>
        <p:spPr>
          <a:xfrm>
            <a:off x="2496312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971800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Tracing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87752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87752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Capture full execution flows: how the agent reasoned through a task, which tools it selected, what arguments it passed, and in what order.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Answer not just “what happened” but “why and how did it happen” — enabling forensic reconstruction of agent decisions.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9464" y="3822192"/>
            <a:ext cx="1865376" cy="9875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624328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TOOLING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24328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DC9"/>
                </a:solidFill>
              </a:rPr>
              <a:t>OpenTelemetry GenAI spans, Langfuse, Traceloop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72584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2584" y="914400"/>
            <a:ext cx="2011680" cy="62179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6" name="Text 24"/>
          <p:cNvSpPr/>
          <p:nvPr/>
        </p:nvSpPr>
        <p:spPr>
          <a:xfrm>
            <a:off x="4672584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Logging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64024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Record agent decisions, tool calls, internal state changes, and context snapshots at each significant step. Support debugging and audit.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64024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Log: user prompt, model response, tools invoked, arguments passed, permissions in effect, context size at each step.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45736" y="3822192"/>
            <a:ext cx="1865376" cy="98755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TOOLING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E6E"/>
                </a:solidFill>
              </a:rPr>
              <a:t>Structured JSON logs → SIEM (Sentinel, Splunk)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48856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48856" y="914400"/>
            <a:ext cx="2011680" cy="62179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6" name="Text 34"/>
          <p:cNvSpPr/>
          <p:nvPr/>
        </p:nvSpPr>
        <p:spPr>
          <a:xfrm>
            <a:off x="6848856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24344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0296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940296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Systematically assess agent outputs for quality, safety, compliance, and alignment with user intent. Both automated and human-in-the-loop.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40296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Evaluate: did the output meet AC? Was it factually correct? Did it stay in scope? Is it safe for the use case?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922008" y="3822192"/>
            <a:ext cx="1865376" cy="98755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976872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TOOLING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76872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Azure Red Teaming Agent, LLM-as-judge, human spot-checks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WHAT TO CAPTURE IN EVERY AGENT TRACE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Capture the full context at every decision point — enough to enable forensic reconstruction from any agent run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Input Context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User prompt (verbatim)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System prompt and CLAUDE.md version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634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Skills loaded and their trigger reasons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634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Context window size at invocation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Conversation history length and token count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Reasoning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5546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Tool selection and arguments passed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5546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Reasoning chain (if extended thinking enabled)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5546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read / grepped / searched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5546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Planning steps taken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5546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Self-corrections and retry attempts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Tool Execution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Every tool call: name, args, result, latency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634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modified (before and after diff)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External API calls made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634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Bash commands executed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634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Permissions in effect for each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481888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Output &amp; Assessment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5546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Final response or artifact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5546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Token usage (input vs output, cost)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5546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Verifier/Judge verdicts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5546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AC items checked and results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5546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 opened / changes merged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Data contracts must balance forensic needs against privacy, data residency, and retention requirements. Redact PII at capture time.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OBSERVABILITY METRICS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Measure what matters: reliability, quality, cost, and safety — not just latency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Reliability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MTTD: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805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Detect unsafe/unexpected behaviour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MTTI: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805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Intervene once unsafe behaviour detected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805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PR failure mode ratio: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PRs in each of the 3 failure modes (CI fail / wrong / nonsensical)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805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Task success rate by tier: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Success rate segmented by task complexity tier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3717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AC coverage per run: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3717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acceptance criteria verified in each agent task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3717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Hallucination rate: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3717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tool calls or facts that were fabricated (requires Judge evaluation)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3717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Scope adherence: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3717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runs where agent stayed within specified file/task boundaries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3717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Rework rate: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3717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agent PRs requiring &gt;1 human redirect before merge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09067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2976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Cost per task: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805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Total token spend divided by tasks completed (input + output tokens)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4805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Token efficiency: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805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Output quality per token spent — track flat or declining as scale grows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805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Context utilisation: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4805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context window used at peak — high utilisation signals compaction need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805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Model routing efficiency: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4805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tasks routed to cheaper models without quality loss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70916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09067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81888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Safety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83717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Anomalous tool invocations: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83717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Spike in tool calls to unexpected domains or with unusual arguments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3717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Permission boundary violations: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3717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Agent attempted action outside its granted permission scope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3717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Prompt injection signals: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3717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Detected patterns consistent with prompt injection attempts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3717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HITL gate trigger rate: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83717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How often agents hit hard gates — rising rate = escalating risk profile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OBSERVABILITY TOOLING STACK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Start with OpenTelemetry GenAI semantic conventions as the foundation — everything else plugs in on 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Instrumentation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10512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883664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OpenTelemetry GenAI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83664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Standard spans for prompts, tool calls, and safety filters. The foundation.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78224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51376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Anthropic Admin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51376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Token usage, cost, per-request metadata. Native to Claude.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419088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Custom span attributes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19088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Add business context: task ID, user ID, feature flag, spec version.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3055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Tracing &amp; Logging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10512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883664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Langfuse / Traceloop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83664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Open-source LLM tracing with cost attribution at trace and span level.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78224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51376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Portkey / Helicone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51376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LLM gateway proxies: per-request cost tracking, budget limits, routing.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419088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Datadog LLM Observability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19088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Enterprise-grade; integrates with existing cloud cost management.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09067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 SIEM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10512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883664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Microsoft Sentinel + KQL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83664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Stream agent telemetry. Define analytics rules to flag anomalies.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078224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151376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Splunk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51376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Correlate agent events with broader security signals across the enterprise.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45936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Azure AI Foundry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19088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Native tracing for Claude deployments via Foundry. OTel-based.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" y="405079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Evaluation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10512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883664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LLM-as-Judge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883664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Use a separate LLM to evaluate output correctness, scope, and quality.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078224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151376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Azure AI Red Teaming Agent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51376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Automated adversarial testing against your deployed agent.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45936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419088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Human spot-check queues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419088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Random sampling of agent runs for human quality review.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SIEM INTEGRATION  —  AGENTS AS SECURITY SIGNALS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Agent telemetry must stream to your SIEM. In Sentinel, define KQL analytics rules to flag agent anomalies.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7" name="Shape 5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225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Sudden spike in tool invocations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996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called bash 40x in 5 minutes vs. baseline of 3-5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828800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1828800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8836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New external domain accessed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15798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made HTTP call to domain not on allowlist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487168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487168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9" name="Shape 17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542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Prompt injection signature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281635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Tool call arguments contain known injection patterns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145536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145536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25" name="Shape 23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Permission boundary breach attempt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action on file/API outside granted scope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803904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803904"/>
            <a:ext cx="54864" cy="60350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Shape 29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3858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Unusual output volume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1330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response &gt;50K tokens vs. baseline of &lt;2K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462272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320040" y="4462272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 bypass attempt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479145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irreversible action without hard gate approval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0040" y="51389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SOAR automation: quarantine agent namespace, revoke credentials, or force HITL gates when alert fires — Skywork AI Best Practices 2025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OBSERVABILITY-FIRST CULTURE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Gartner: 40% of agentic AI projects will be cancelled by 2027 due to unclear business value and inadequate risk controls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Observe before you optimise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tune agents based on intuition. Collect baseline traces first, then let data drive improvement. You cannot optimise what you cannot see.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Every trace tells a story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trace is a forensic record of an agent’s decisions. Treat it like a flight data recorder — invaluable after an incident, essential for continuous improvement.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Make cost visible to engineers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Token spend is engineering spend. Show per-request cost on every PR. Engineers who see the cost of their prompt design change their behaviour.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Evaluation is continuous, not periodic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5546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evaluate quality quarterly. Run evaluation on every significant agent run. Automated Judge + human spot-checks. Quality drift is invisible without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Security and observability are the same problem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observability gap is a security gap. An agent action you can’t see is an agent action you can’t audit, control, or roll back.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Build trust through transparency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5546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44% of organisations rely on manual methods to monitor agent interactions. The path to full automation runs through full visibility first.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90-DAY OBSERVABILITY ACTION PLAN  ·  Dynatrace 2026 Research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experimentation to production — the research-backed path to observable agentic systems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1–30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Instrument all agent calls with OpenTelemetry GenAI spans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805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Establish baseline metrics: latency, token cost, task success rate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Define data contracts: what to log, retain, and redact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805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Set up SIEM integration and first anomaly detection rules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Identify top 3 failure patterns from existing agent runs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31–60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Quality Gates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2841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Deploy LLM-as-Judge evaluation on all production agent runs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2841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Add cost visibility to every PR (per-request cost in CI)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2841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Create human spot-check queue for 5% random sample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2841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Define MTTD and MTTI baselines, set alert thresholds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2841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Run first red-team exercise using Azure AI Red Teaming Agent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61–90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8076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Full Control Plane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0877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SOAR automation: quarantine, revoke, escalate on critical alerts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0877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Continuous evaluation dashboard: quality drift visible in real time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0877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Cost optimisation: model routing based on trace-informed complexity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0877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Monthly observability review: what did we learn, what did we miss?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0877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Publish agent health score: single metric visible to engineering org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OBSERVABILITY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88% of AI pilots fail to reach production. Lack of observability is a primary cause.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Logging only outputs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can see what the agent said but not why, what tools it used, or what context it had.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Log the full trace: prompt, context, tool calls, reasoning, and output. All of it.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cost visibility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Token spend explodes unnoticed. Finance discovers the overrun at month-end.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Track cost per request in real time. Show it in CI. Set budget alerts that fire before damage is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Manual monitoring only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44% of orgs use manual monitoring. It doesn’t scale. Incidents are discovered by users, not operators.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Automate anomaly detection with KQL/SIEM rules. Human monitoring of exception queues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Evaluation as an afterthought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Quality drift is invisible until users complain. By then, technical debt is compounded.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Run automated evaluation on every production run. Don’t wait for quarterly reviews.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forensic retention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When an incident occurs, you have no way to reconstruct what the agent did and why.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Retain full traces for 90 days minimum. Define data contracts for PII redaction at capture time.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Monitoring metrics not business value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know the latency but not whether the agent is creating value. ROI stays invisible.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Connect metrics to business outcomes: cost-per-task vs. value-per-task. Justify investment with data.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an Observability Plan for Your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Define your capture contract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from Module 2, list every data point you would capture at each step. What’s a prompt, what’s a tool call, what’s an output? Where would PII appear and how would you redact it?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Choose your metrics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From the 4 metric categories (Reliability, Quality, Cost, Safety), pick 2 from each that are most relevant to your team. For each, define: baseline, alert threshold, and remediation action.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3 SIEM alert rules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3 KQL-style alert rules for your agent workflow. Describe the signal, the threshold, the severity, and the automated response. Think like an attacker: what would a compromised agent look like in your logs?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Build your 90-day 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Dynatrace framework, draft your team’s 90-day observability plan. What can you do in month 1 with no new tooling? What needs budget? What’s the single most important first step?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If an agent produced a wrong answer in production today, how would you find out, and how quickly?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pillars is most absent from your current tooling? What’s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a ‘daily agent health score’ look like for your team? What would go into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 agent in your pipeline just made 40 bash calls in 5 minutes. Walk through your incident response.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pillars: monitor, trace, log, evaluate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observability ≠ traditional APM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Capture the full context at every decision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MTTD + MTTI are your reliability metrics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OpenTelemetry GenAI is the standard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Stream to SIEM: agents = security signals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90-day plan: foundation → gates → control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08: Reliability &amp; Security Engineering  —  Identity, sandboxing, OWASP GenAI, kill switches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Observability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