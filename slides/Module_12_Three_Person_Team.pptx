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The Three-Person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Product Team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9077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8DB8"/>
                </a:solidFill>
              </a:rPr>
              <a:t>Equal partners, rotating roles, shared ownership — the agentic team model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730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Level: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Advanced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1490472"/>
            <a:ext cx="-1234440" cy="2130552"/>
          </a:xfrm>
          <a:prstGeom prst="line">
            <a:avLst/>
          </a:prstGeom>
          <a:noFill/>
          <a:ln w="19050">
            <a:solidFill>
              <a:srgbClr val="5B8D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92240" y="3621024"/>
            <a:ext cx="2468880" cy="0"/>
          </a:xfrm>
          <a:prstGeom prst="line">
            <a:avLst/>
          </a:prstGeom>
          <a:noFill/>
          <a:ln w="19050">
            <a:solidFill>
              <a:srgbClr val="5B8D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961120" y="3621024"/>
            <a:ext cx="-1234440" cy="-2130552"/>
          </a:xfrm>
          <a:prstGeom prst="line">
            <a:avLst/>
          </a:prstGeom>
          <a:noFill/>
          <a:ln w="19050">
            <a:solidFill>
              <a:srgbClr val="5B8D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251192" y="1143000"/>
            <a:ext cx="950976" cy="768096"/>
          </a:xfrm>
          <a:prstGeom prst="ellipse">
            <a:avLst/>
          </a:prstGeom>
          <a:solidFill>
            <a:srgbClr val="2D6A8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51192" y="1161288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6752" y="3273552"/>
            <a:ext cx="950976" cy="768096"/>
          </a:xfrm>
          <a:prstGeom prst="ellipse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16752" y="329184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85632" y="3273552"/>
            <a:ext cx="950976" cy="768096"/>
          </a:xfrm>
          <a:prstGeom prst="ellipse">
            <a:avLst/>
          </a:prstGeom>
          <a:solidFill>
            <a:srgbClr val="3A7E6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85632" y="329184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Guardian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51192" y="2377440"/>
            <a:ext cx="950976" cy="658368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51192" y="2395728"/>
            <a:ext cx="950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Product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Owner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41605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0A8"/>
                </a:solidFill>
              </a:rPr>
              <a:t>All Roles Equal  ·  All Roles Shared  ·  All Roles Rotating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Understand the Team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Explain why three equals with rotating roles is the optimal unit for agentic product delivery — and why it avoids the failure modes of traditional team structures.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2D6A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Execute Each Role with Excellence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Describe the scope, responsibilities, and agent-collaboration patterns for Solution Architect, Spec Engineer, and DevOps Guardian.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Operate Role Rotation Effectively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Design a rotation schedule that builds shared understanding, prevents knowledge silos, and maintains continuity during transitions.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Navigate System Collaboration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Manage dependency teams, avoid local optimisations that harm the wider system, and advocate for NFR health and technical debt prevention.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WHY THREE?  THE COMMUNICATION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Team size is not arbitrary. Three is the minimum that covers all roles and the maximum that avoids communication overhead.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7D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paths = n(n−1) ÷ 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91440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people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09160" y="1389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paths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33288" y="1188720"/>
            <a:ext cx="914400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0" name="Text 8"/>
          <p:cNvSpPr/>
          <p:nvPr/>
        </p:nvSpPr>
        <p:spPr>
          <a:xfrm>
            <a:off x="5733288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 people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33288" y="1389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10 paths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57416" y="1188720"/>
            <a:ext cx="914400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3" name="Text 11"/>
          <p:cNvSpPr/>
          <p:nvPr/>
        </p:nvSpPr>
        <p:spPr>
          <a:xfrm>
            <a:off x="6757416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 people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57416" y="1389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21 paths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81544" y="1188720"/>
            <a:ext cx="914400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6" name="Text 14"/>
          <p:cNvSpPr/>
          <p:nvPr/>
        </p:nvSpPr>
        <p:spPr>
          <a:xfrm>
            <a:off x="7781544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10 people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81544" y="1389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45 paths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416052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50592"/>
            <a:ext cx="54864" cy="1207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" y="254203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All key roles covered at all times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" y="2889504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Three roles — Architect, Spec Engineer, DevOps Guardian — map to the three phases of product evolution: intent, implementation, operation. A team of three never has a gap. A team of two always does.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0592"/>
            <a:ext cx="416052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450592"/>
            <a:ext cx="54864" cy="1207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9744" y="254203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No coordination tax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9744" y="2889504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Three people: 3 communication paths, minimal meeting overhead, no organisational politics, no consensus-building paralysis. Every person can hold the full team’s state in their head at once.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776472"/>
            <a:ext cx="416052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76472"/>
            <a:ext cx="54864" cy="1207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" y="386791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Complete accountability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" y="4215384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With three equals, there is no hiding. Everyone is accountable for every aspect of the product. No silos, no ‘that’s not my area’, no knowledge single points of failure.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76472"/>
            <a:ext cx="416052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76472"/>
            <a:ext cx="54864" cy="1207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86791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96B0"/>
                </a:solidFill>
              </a:rPr>
              <a:t>Agents multiply three people’s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9744" y="4215384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three-person team with agents can match the feature output of a 10-person team without agents — while maintaining the communication simplicity of three. The leverage comes from the agents, not the headcount.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THREE ROLES  —  SCOPE &amp; RESPONSIBILITIES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These are roles, not job titles. Every team member holds all three roles over time. Every team member is responsible for everything.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658368"/>
          </a:xfrm>
          <a:prstGeom prst="rect">
            <a:avLst/>
          </a:prstGeom>
          <a:solidFill>
            <a:srgbClr val="2D6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435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Solution Architect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5727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E4F0"/>
                </a:solidFill>
              </a:rPr>
              <a:t>Develops, reviews, and approves the PRD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8056" y="1920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Deeply understands the product, users, and business context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8056" y="23408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Translates business needs into Product Requirements Documents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8056" y="27614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Reviews and approves specs for architectural alignment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Owns the PRODUCT.md and Architecture Decision Records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8056" y="360273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Represents product intent in cross-team collaboration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" y="4023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Guards against architectural drift and system-level conflicts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4407408"/>
            <a:ext cx="2514600" cy="420624"/>
          </a:xfrm>
          <a:prstGeom prst="rect">
            <a:avLst/>
          </a:prstGeom>
          <a:solidFill>
            <a:srgbClr val="2D6A8A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48056" y="442569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8A"/>
                </a:solidFill>
              </a:rPr>
              <a:t>Agent: Uses agents to research domain context, draft PRD sections, check for conflicts with existing ADRs, and generate architectural options.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1170432"/>
            <a:ext cx="2697480" cy="65836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29844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94760" y="12435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 Engineer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794760" y="15727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E4F0"/>
                </a:solidFill>
              </a:rPr>
              <a:t>Transforms PRDs into executable specifications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28416" y="1920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Takes approved PRDs and produces complete SDD artefacts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28416" y="23408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Writes requirements.md, plan.md, tasks.md, test specs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328416" y="27614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Orchestrates agentic teams for code, tests, and documentation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28416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Verifies agent output against acceptance criteria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328416" y="360273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Ensures implementation matches intent throughout delivery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328416" y="4023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Captures learnings as ADRs and updates PRODUCT.md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291840" y="4407408"/>
            <a:ext cx="2514600" cy="420624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3328416" y="442569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7DC9"/>
                </a:solidFill>
              </a:rPr>
              <a:t>Agent: Orchestrates multi-agent delivery pipelines: spec → plan → implementation → tests → documentation. Reviews all agent PRs before merge.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08076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080760" y="1170432"/>
            <a:ext cx="2697480" cy="65836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298448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75120" y="12435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DevOps Guardian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675120" y="157276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E4F0"/>
                </a:solidFill>
              </a:rPr>
              <a:t>Owns environments, operations, and code health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208776" y="1920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Manages CI/CD pipelines, deployment infrastructure, and tooling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208776" y="23408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Conducts code and design reviews on all merged changes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208776" y="27614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Runs hygiene cadence: dependency updates, security scans, coverage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208776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Manages build and deployment tooling including agent tools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208776" y="360273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Handles production issues, user support, and incident response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208776" y="4023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Monitors NFR health: performance, reliability, security, cost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172200" y="4407408"/>
            <a:ext cx="2514600" cy="420624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6208776" y="442569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7E6E"/>
                </a:solidFill>
              </a:rPr>
              <a:t>Agent: Uses agents for automated hygiene, monitoring, tooling, and scheduled CI tasks. Reviews agent tool quality and infrastructure as code.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EQUAL PEERS  —  ROTATING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The role is temporary. The responsibility is permanent. Every team member owns everything, always.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1828800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TEAM MEMBER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1115568"/>
            <a:ext cx="1627632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11155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59352" y="1115568"/>
            <a:ext cx="1627632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9" name="Text 7"/>
          <p:cNvSpPr/>
          <p:nvPr/>
        </p:nvSpPr>
        <p:spPr>
          <a:xfrm>
            <a:off x="3959352" y="11155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78424" y="1115568"/>
            <a:ext cx="1627632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1" name="Text 9"/>
          <p:cNvSpPr/>
          <p:nvPr/>
        </p:nvSpPr>
        <p:spPr>
          <a:xfrm>
            <a:off x="5678424" y="11155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97496" y="1115568"/>
            <a:ext cx="1627632" cy="384048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3" name="Text 11"/>
          <p:cNvSpPr/>
          <p:nvPr/>
        </p:nvSpPr>
        <p:spPr>
          <a:xfrm>
            <a:off x="7397496" y="11155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1554480"/>
            <a:ext cx="1828800" cy="621792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5544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1554480"/>
            <a:ext cx="1627632" cy="621792"/>
          </a:xfrm>
          <a:prstGeom prst="rect">
            <a:avLst/>
          </a:prstGeom>
          <a:solidFill>
            <a:srgbClr val="2D6A8A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240280" y="1554480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59352" y="1554480"/>
            <a:ext cx="1627632" cy="62179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959352" y="1554480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78424" y="1554480"/>
            <a:ext cx="1627632" cy="621792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78424" y="1554480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97496" y="1554480"/>
            <a:ext cx="1627632" cy="621792"/>
          </a:xfrm>
          <a:prstGeom prst="rect">
            <a:avLst/>
          </a:prstGeom>
          <a:solidFill>
            <a:srgbClr val="2D6A8A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97496" y="1554480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267712"/>
            <a:ext cx="1828800" cy="621792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2677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Jordan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40280" y="2267712"/>
            <a:ext cx="1627632" cy="62179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22677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59352" y="2267712"/>
            <a:ext cx="1627632" cy="621792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959352" y="22677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78424" y="2267712"/>
            <a:ext cx="1627632" cy="621792"/>
          </a:xfrm>
          <a:prstGeom prst="rect">
            <a:avLst/>
          </a:prstGeom>
          <a:solidFill>
            <a:srgbClr val="2D6A8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678424" y="22677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97496" y="2267712"/>
            <a:ext cx="1627632" cy="62179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97496" y="22677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2980944"/>
            <a:ext cx="1828800" cy="621792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29809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40280" y="2980944"/>
            <a:ext cx="1627632" cy="621792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240280" y="2980944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59352" y="2980944"/>
            <a:ext cx="1627632" cy="621792"/>
          </a:xfrm>
          <a:prstGeom prst="rect">
            <a:avLst/>
          </a:prstGeom>
          <a:solidFill>
            <a:srgbClr val="2D6A8A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959352" y="2980944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78424" y="2980944"/>
            <a:ext cx="1627632" cy="62179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78424" y="2980944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97496" y="2980944"/>
            <a:ext cx="1627632" cy="621792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97496" y="2980944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2871216"/>
            <a:ext cx="2697480" cy="237744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0" y="2871216"/>
            <a:ext cx="2697480" cy="23774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080760" y="2871216"/>
            <a:ext cx="2697480" cy="237744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9" name="Text 47"/>
          <p:cNvSpPr/>
          <p:nvPr/>
        </p:nvSpPr>
        <p:spPr>
          <a:xfrm>
            <a:off x="6080760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" y="3218688"/>
            <a:ext cx="416052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" y="3218688"/>
            <a:ext cx="54864" cy="8046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" y="3291840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Eliminates knowledge silos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66344" y="358444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Every team member knows every part of the system. No single points of failure. No ‘only Alex knows how that works’.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3218688"/>
            <a:ext cx="416052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663440" y="3218688"/>
            <a:ext cx="54864" cy="80467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56" name="Text 54"/>
          <p:cNvSpPr/>
          <p:nvPr/>
        </p:nvSpPr>
        <p:spPr>
          <a:xfrm>
            <a:off x="4809744" y="3291840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Builds empathy across roles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09744" y="358444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developer who has worked as DevOps Guardian writes more deployable code. A Spec Engineer who has done Architecture writes better specs.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4114800"/>
            <a:ext cx="416052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20040" y="4114800"/>
            <a:ext cx="54864" cy="80467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" y="4187952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E6E"/>
                </a:solidFill>
              </a:rPr>
              <a:t>Maintains full accountability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66344" y="448056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When you know you’ll be the DevOps Guardian next quarter, you write code you’d want to deploy and maintain. Incentives align.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4114800"/>
            <a:ext cx="416052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663440" y="4114800"/>
            <a:ext cx="54864" cy="80467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64" name="Text 62"/>
          <p:cNvSpPr/>
          <p:nvPr/>
        </p:nvSpPr>
        <p:spPr>
          <a:xfrm>
            <a:off x="4809744" y="4187952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0"/>
                </a:solidFill>
              </a:rPr>
              <a:t>Resilience and continuity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09744" y="448056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The team functions identically if one member is absent. No critical path through a single person. No bus factor greater than 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PRODUCT OWNER RELATIONSHIP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 Product Owner provides direction and priority. The team provides expertise, capability, and long-term product health advocacy.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420624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PRODUCT OWNER  —  RESPONSIBILITIES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682496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682496"/>
            <a:ext cx="54864" cy="548640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728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Business priority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Owns the product roadmap. Defines what to build next and why. Balances business requests with team input.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304288"/>
            <a:ext cx="3931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" y="2304288"/>
            <a:ext cx="54864" cy="548640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50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Stakeholder bridge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596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Represents external business stakeholders, users, and customers. Translates business language into product intent.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292608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2926080"/>
            <a:ext cx="54864" cy="548640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971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PRD collaboration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2186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Works with the Solution Architect to develop and refine PRDs. Approves PRDs before they advance to specification.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3547872"/>
            <a:ext cx="3931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3547872"/>
            <a:ext cx="54864" cy="548640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93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Capacity allocation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84048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Allocates team capacity across features, hygiene, NFR investment, and technical debt prevention.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" y="4169664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" y="4169664"/>
            <a:ext cx="54864" cy="548640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2153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One-to-many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44622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One Product Owner may own multiple products, each served by its own three-person team. Teams collaborate on shared dependencies.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170432"/>
            <a:ext cx="4160520" cy="4206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170432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TEAM  —  NFR &amp; HEALTH ADVOCACY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3168" y="1682496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73168" y="1682496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1728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197510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Advocate for performance budgets. Flag when velocity is being prioritised at the cost of system responsiveness.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2304288"/>
            <a:ext cx="3931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2304288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2350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25968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Push back on feature volume when test coverage, error handling, or observability is below standard.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73168" y="292608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773168" y="2926080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2971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Security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9472" y="32186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Surface security debt before it becomes a breach. Demand time for OWASP checklist maintenance.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73168" y="3547872"/>
            <a:ext cx="3931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3547872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35935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19472" y="384048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Flag when code complexity is growing unsustainably. Advocate for refactoring as first-class delivery.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73168" y="4169664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3168" y="4169664"/>
            <a:ext cx="54864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4215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Technical Debt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19472" y="446227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Quantify tech debt in business terms. Present the cost of not addressing it alongside the cost of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FULL DELIVERY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From business need to deployed software — how the three roles and the Product Owner collaborate in practice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315968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" cy="877824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Business Need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2104" y="120700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073"/>
                </a:solidFill>
              </a:rPr>
              <a:t>Product Owner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2104" y="1499616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Identifies a business need or opportunity. Brings it to the team with context: users affected, business value, urgency, and any known constraints.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4315968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57984"/>
            <a:ext cx="420624" cy="877824"/>
          </a:xfrm>
          <a:prstGeom prst="rect">
            <a:avLst/>
          </a:prstGeom>
          <a:solidFill>
            <a:srgbClr val="2D6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PRD Development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" y="21945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8A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2104" y="248716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Works with PO to develop the PRD. Deep-dives on user needs, system constraints, architectural implications. Validates against PRODUCT.md and ADRs.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4315968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45536"/>
            <a:ext cx="420624" cy="877824"/>
          </a:xfrm>
          <a:prstGeom prst="rect">
            <a:avLst/>
          </a:prstGeom>
          <a:solidFill>
            <a:srgbClr val="2E5073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PRD Approval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" y="318211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073"/>
                </a:solidFill>
              </a:rPr>
              <a:t>Product Owner +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E5073"/>
                </a:solidFill>
              </a:rPr>
              <a:t>Solution Architect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PRD reviewed jointly. PO approves business intent. Architect approves architectural soundness. No spec starts without a signed-off PRD.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133088"/>
            <a:ext cx="4315968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133088"/>
            <a:ext cx="42062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Specification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" y="41696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Spec Engineer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" y="4462272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Transforms PRD into: requirements.md, plan.md, tasks.md, test specs, acceptance criteria, arch-decisions. Runs research phase with agents.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1170432"/>
            <a:ext cx="4050792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170432"/>
            <a:ext cx="42062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73168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85232" y="1207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Spec Engineer +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Agent Teams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85232" y="1499616"/>
            <a:ext cx="3447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Orchestrates agentic delivery: code, tests, documentation, migration scripts. Verifier and Judge loops ensure quality. Reviews all agent PRs.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2157984"/>
            <a:ext cx="4050792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2157984"/>
            <a:ext cx="420624" cy="877824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73168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Review &amp; Deploy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85232" y="2194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6E"/>
                </a:solidFill>
              </a:rPr>
              <a:t>DevOps Guardian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85232" y="2487168"/>
            <a:ext cx="3447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Code review, design review, CI/CD pipeline, deployment. Monitors post-deploy metrics. Updates runbooks and dependency documentation.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3145536"/>
            <a:ext cx="4050792" cy="8778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3145536"/>
            <a:ext cx="420624" cy="877824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73168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4F0"/>
                </a:solidFill>
              </a:rPr>
              <a:t>Retrospective + Capture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85232" y="31821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3557"/>
                </a:solidFill>
              </a:rPr>
              <a:t>Whole Team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85232" y="3474720"/>
            <a:ext cx="3447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ADRs updated. PRODUCT.md refreshed. Hygiene actions identified. Learnings fed back into next PRD cycle. System collaboration updated.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SYSTEM COLLABORATION  —  NO LOCAL OPTIMISATION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 product team that optimises only for its own product will eventually damage the wider system it operates within.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097280"/>
            <a:ext cx="2560320" cy="1920240"/>
          </a:xfrm>
          <a:prstGeom prst="ellipse">
            <a:avLst/>
          </a:prstGeom>
          <a:solidFill>
            <a:srgbClr val="D4E4F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Product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82880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417320"/>
            <a:ext cx="182880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417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703320"/>
            <a:ext cx="182880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3703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Consumer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182880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520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Dependency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4160520" cy="87782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90672"/>
            <a:ext cx="5486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316382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API contracts before implementation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" y="3493008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Agree on interfaces with dependency teams before writing a line of code. Breaking changes need upstream coordination, not last-minute surprises.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90672"/>
            <a:ext cx="4160520" cy="87782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90672"/>
            <a:ext cx="5486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316382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Share your roadmap, learn theirs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3493008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Regular syncs with dependency and consumer teams. Your quarterly roadmap context helps them plan. Theirs reveals conflicts early.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4160520" cy="87782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78224"/>
            <a:ext cx="5486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" y="415137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Platform over duplication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" y="4480560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Before building capability, check whether the platform team or a shared service already provides it. Local duplicates fragment the system.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078224"/>
            <a:ext cx="4160520" cy="877824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4078224"/>
            <a:ext cx="54864" cy="877824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415137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NFRs are system-wide, not local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9744" y="4480560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 performance optimisation that creates a bottleneck for consumer teams is not an optimisation. Measure impact at the system level.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TECHNICAL DEBT PREVENTION  &amp;  NFR ADVOCACY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Legacy teams suffered technical debt because no one was empowered to say no. This team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DB8"/>
                </a:solidFill>
              </a:rPr>
              <a:t>HOW TO ADVOCATE FOR NFR INVESTMENT  —  THE BUSINESS LANGUAGE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33472" cy="731520"/>
          </a:xfrm>
          <a:prstGeom prst="rect">
            <a:avLst/>
          </a:prstGeom>
          <a:solidFill>
            <a:srgbClr val="B0304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9047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 as 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This service has no circuit breaker. One downstream failure causes a cascade. That’s a P1 incident waiting to happen. Estimated cost: $X.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463040"/>
            <a:ext cx="2633472" cy="731520"/>
          </a:xfrm>
          <a:prstGeom prst="rect">
            <a:avLst/>
          </a:prstGeom>
          <a:solidFill>
            <a:srgbClr val="B87820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182112" y="149047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 as velocity tax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82112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Our test coverage is at 48%. Every feature change requires 3 days of manual regression testing. We’re paying 30% of our velocity on insurance we never collected.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1463040"/>
            <a:ext cx="2633472" cy="731520"/>
          </a:xfrm>
          <a:prstGeom prst="rect">
            <a:avLst/>
          </a:prstGeom>
          <a:solidFill>
            <a:srgbClr val="4A7FA8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25312" y="149047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 as opportunity 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25312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We can’t take on this new feature in Q3 because the data model can’t support it safely. We need one sprint to address the design constraint first.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23160"/>
            <a:ext cx="54864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247802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Capacity allocation floor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" y="275234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Negotiate a standing allocation with the PO: minimum 20% of sprint capacity for hygiene, NFR improvement, and technical debt reduction. Non-negotiable.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423160"/>
            <a:ext cx="54864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247802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Quality contract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5464" y="275234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Written, team-agreed standards: test coverage floor, performance budgets, security checklist, complexity limits. Posted. Enforced. Reviewed quarterly.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282696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282696"/>
            <a:ext cx="54864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" y="33375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E6E"/>
                </a:solidFill>
              </a:rPr>
              <a:t>Debt quantification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" y="361188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Track tech debt as a metric alongside velocity and quality. Present the ‘debt compound interest’ curve to POs: debt left unaddressed costs more to fix every quarter.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282696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3282696"/>
            <a:ext cx="54864" cy="7498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3375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0"/>
                </a:solidFill>
              </a:rPr>
              <a:t>NFR as acceptance criteria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55464" y="361188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Every PRD includes NFR acceptance criteria: “This feature must not degrade p95 latency by more than 10ms”. Non-functional becomes non-negotiable.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142232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4142232"/>
            <a:ext cx="54864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" y="41970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Rotation builds advocates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" y="447141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team member who has done DevOps Guardian knows exactly how painful bad code is to operate. Rotation creates NFR advocates naturally, not through policy.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4142232"/>
            <a:ext cx="4206240" cy="7498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09160" y="4142232"/>
            <a:ext cx="54864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7" name="Text 35"/>
          <p:cNvSpPr/>
          <p:nvPr/>
        </p:nvSpPr>
        <p:spPr>
          <a:xfrm>
            <a:off x="4855464" y="41970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Agent hygiene cadence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55464" y="447141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Automate the hygiene cadence from Module 11. Agents run daily/weekly/sprint health checks. Humans review results. Trend data goes to PO as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TEAM OPERATING PRINCIPLES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 agreements that make three equals more effective than ten in a hierarchy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38912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22529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All members review all changes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572768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No change merges without at least one other team member’s review. Not for bureaucracy — for shared understanding. The reviewer learns as much as the author.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70432"/>
            <a:ext cx="438912" cy="117043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70432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93792" y="122529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Role holder is a servant to the role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93792" y="1572768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The Spec Engineer for this sprint doesn’t own specs forever. They serve the role, complete the work, and hand it over cleanly. No ego in the role.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68880"/>
            <a:ext cx="438912" cy="117043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68880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252374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The product’s health is always team business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2871216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Any team member can raise a product health concern regardless of their current role. Health is not the DevOps Guardian’s problem alone.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68880"/>
            <a:ext cx="438912" cy="117043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468880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3792" y="252374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Context is shared, not siloed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2871216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Any insight — about users, architecture, business, code — gets written down immediately. In PRODUCT.md, in an ADR, in a NOTES.md. It’s not yours, it’s the team’s.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6732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67328"/>
            <a:ext cx="438912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67328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" y="3822192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Velocity is a team metric, not individual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" y="4169664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No one tracks individual story points or output. The team ships together. One person stuck on a hard problem means everyone helps. Features belong to the team, not to the ticket author.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67328"/>
            <a:ext cx="438912" cy="117043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67328"/>
            <a:ext cx="438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3792" y="3822192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Agents are team tools, not individual assistants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4169664"/>
            <a:ext cx="3538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 workflows, CLAUDE.md, Skills, and tools are owned by the whole team. They are maintained as shared infrastructure. No one agent setup belongs to one person.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45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557"/>
                </a:solidFill>
              </a:rPr>
              <a:t>Design Your Three-Person Team  —  Real Product, Real Plan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426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Map your current team to the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408" y="14264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00784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Using your real team today: identify which people would fill the three roles. Who is naturally inclined toward each? What gaps or overlaps do you see? What would need to change to operate this model?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11680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116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Design your rotation schedule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20482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322576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Design a 6-month rotation schedule for your three-person team. How long per rotation? What does handover look like? What documentation is required before a role transitions? How do you ensure continuity?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33472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3347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Define your NFR floor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26700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944368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Write the quality contract your team would commit to: minimum test coverage, performance budget, security checklist frequency, complexity limits. These are your non-negotiables. How would you present them to your PO?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55264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25526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" y="3291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Map your system dependencies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64408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56616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Draw your product’s dependency graph. Which teams do you consume from? Which consume from you? Where are the highest-risk coupling points? What contracts are missing? What collaboration cadence would prevent local optimisation?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77056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77056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8770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6968" y="3913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Draft your tech debt case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64408" y="391363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187952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Identify your single largest source of technical debt. Frame it in business language using one of the three frames: risk, velocity tax, or opportunity cost. Present a 1-sprint investment proposal with expected return.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498848"/>
            <a:ext cx="8503920" cy="5669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498848"/>
            <a:ext cx="475488" cy="5669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49884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6968" y="4535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Present: what changes this week?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64408" y="45354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" y="4809744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Each group shares one change they will make to their team’s operating model this week — not next quarter. What is the smallest concrete step toward the product team model starting Monday?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 +  PROGRAMME CLOSE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248716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Q1.  What is the single biggest cultural barrier to adopting the three-person equal-peers model in your organisation?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Q2.  If you had to start a new product team from scratch today, who would your three people be? Why?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Q3.  What would it take for your Product Owner to agree to a standing 20% NFR/hygiene allocation? What evidence would change their mind?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Q4.  What’s one local optimisation your team makes today that you know is harming another team?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248716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Three equals: minimal comms, full coverage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Rotation = shared knowledge, no silos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All three own everything, always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Agents multiply the team, not replace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NFR advocacy is every member’s job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4F0"/>
                </a:solidFill>
              </a:rPr>
              <a:t>· System collaboration prevents local optimisation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364992"/>
            <a:ext cx="8503920" cy="1572768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364992"/>
            <a:ext cx="8503920" cy="36576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3649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ENTERPRISE AGENTIC PRACTICES  —  12-MODULE PROGRAMME  COMPLETE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M01 Chat vs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794760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M02 Core Concepts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794760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M03 Context Engineering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3794760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M04 Spec-Driven Dev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142232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M05 Testing &amp; CI/CD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142232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M06 Review &amp; Hygiene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4142232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M07 Observability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4142232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M08 Security &amp; Reliability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489704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489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M09 FinOps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4489704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4489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M10 Design Reviews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489704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489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M11 Product-First Eng.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4489704"/>
            <a:ext cx="2011680" cy="274320"/>
          </a:xfrm>
          <a:prstGeom prst="rect">
            <a:avLst/>
          </a:prstGeom>
          <a:solidFill>
            <a:srgbClr val="3A7DC9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489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M12 Three-Person Team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“The engineers who thrive in the agent era master intent, oversight, and architecture — and they do it together.”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12: The Three-Person Product Team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2026-04-05T20:07:01Z</dcterms:created>
  <dcterms:modified xsi:type="dcterms:W3CDTF">2026-04-05T20:07:01Z</dcterms:modified>
</cp:coreProperties>
</file>