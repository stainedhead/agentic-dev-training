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Development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&amp; PRDs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Writing requirements that agents can actually execute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2219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977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685800"/>
            <a:ext cx="1965960" cy="77724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6858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1124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What we want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904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1764792"/>
            <a:ext cx="1965960" cy="77724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17647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Precise contract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56946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843784"/>
            <a:ext cx="1965960" cy="77724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28437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2826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to build 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36484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0" y="3922776"/>
            <a:ext cx="1965960" cy="77724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39227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executes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Distinguish PRD from Spec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why a Product Requirements Doc is not the same as an agent-executable specification, and when you need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the SDD Workflow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Walk the full loop: Requirements → Plan → Tasks → Implementation → Verification, with agents at each step.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Acceptance Criteria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concrete, verifiable conditions that give agents a clear completion target and prevent scope creep.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Review Cycles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Build human review gates into the spec process so agents and humans stay aligned through implementation.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SPECIFICATION PROBLEM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“The specification becomes the source of truth and determines what gets built.”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— GitHub Engineering, September 2025  ·  90% of Fortune 100 companies have adopted agentic coding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Old World (PRD era)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PRD is a negotiated human-to-human alignment document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Engineers read it, interpret it, ask questions, push 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in meetings and Slack threads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PRD captures intent — humans translate intent to code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New World (Agent era)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6636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cannot ask clarifying questions mid-task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by the agent — usually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636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Omission is not scope reduction — agents infer from gaps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need a programming interface, not an alignment doc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Two-thirds of developers cite frustration with “AI solutions that are almost right, but not quite.” This is a specification problem, not a capability problem.  — Stack Overflow 2025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PRD vs. SPEC  —  THE CRITICAL DISTINCTION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194560" cy="43891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3557"/>
                </a:solidFill>
              </a:rPr>
              <a:t>Dimension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822960"/>
            <a:ext cx="3108960" cy="438912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7" name="Text 5"/>
          <p:cNvSpPr/>
          <p:nvPr/>
        </p:nvSpPr>
        <p:spPr>
          <a:xfrm>
            <a:off x="2697480" y="8229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822960"/>
            <a:ext cx="3017520" cy="438912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8229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Specification (SDD)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1673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316736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6440" y="1316736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9222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3167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Purpose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131673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Align stakeholders on goals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97880" y="131673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Give the agent an executable contract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82422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824228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806440" y="1824228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9971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82422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Audience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97480" y="182422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Humans who interpret and push back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182422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that execute literally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331720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806440" y="2331720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8072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2331720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Ambiguity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2331720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Resolved in meetings/Slack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Must be eliminated upfront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39212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39212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806440" y="2839212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839212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Format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97480" y="2839212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Prose, user stories, mockups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97880" y="2839212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I/O contracts, preconditions, invariants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46704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46704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806440" y="3346704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221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34670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Non-goals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3346704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Implied by omission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897880" y="33467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Stated explicitly and positively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5419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54196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806440" y="3854196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2968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385419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control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697480" y="385419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Negotiated at standup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897880" y="385419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Enforced by AC — agent stops at criteria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806440" y="4361688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3717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436168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Edge cases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97480" y="436168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Handled ad-hoc by engineers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897880" y="436168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Specified or agent invents the answer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In practice, blend both: PRD captures the ‘why’ (user-centric context), Spec defines the ‘what’ (precise external behaviour). Neither alone is enough.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SDD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Separating planning from implementation is the single most impactful practice in agentic development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High-level goals, not implementation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User-centric: who benefits and why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Domain language, not tech terms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Explicit non-goals stated positively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3192" y="4315968"/>
            <a:ext cx="1865376" cy="47548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requirements.md in repo root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496312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96312" y="1188720"/>
            <a:ext cx="2011680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2496312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99923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Planning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87752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87752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review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587752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87752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reads requirements, thinks first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Proposes approach, dependencies, risks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87752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plan BEFORE any code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587752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“Ask agent to think, not code” — JetBrains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69464" y="4315968"/>
            <a:ext cx="1865376" cy="47548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2624328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plan.md — agent-generated, human-approved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07992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672584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72584" y="1188720"/>
            <a:ext cx="2011680" cy="640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672584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1755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64024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verify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64024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64024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Atomic, ordered implementation steps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64024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Each task has clear entry/exit criteria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64024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Sequenced to enable incremental review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64024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Maps to tests and acceptance criteria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45736" y="4315968"/>
            <a:ext cx="1865376" cy="47548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0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tasks.md with checkboxes — agent tracks progress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84264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48856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848856" y="1188720"/>
            <a:ext cx="2011680" cy="640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848856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735177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Implement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 Verify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0296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940296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codes, Human reviews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940296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40296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executes one task at a time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40296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Verifiers run after each task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0296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diff at each milestone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940296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Spec stays in context throughout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22008" y="4315968"/>
            <a:ext cx="1865376" cy="47548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976872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PR per milestone — agent opens, human merges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A SPEC AGENTS CAN EXECUTE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specification defines external behaviour — not just what the business wants, but what the system does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SPEC SECTION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Feature Name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Short, domain-oriented noun phrase. Not tech-bound.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User Story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20240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 a [user], I want [outcome] so that [reason].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Preconditions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must be true for this feature to activate.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Input/Output Contract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Exact inputs, outputs, and transformations. No ambiguity.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Acceptance Criteria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20240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Concrete, verifiable conditions. See slide 7.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Non-Goals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20240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this feature explicitly does NOT do. Stated positively.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074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07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Edge Cases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920240" y="4407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happens in the 10 non-happy-path scenarios.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GOOD vs. BAD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73168" y="1664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Feature Description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73168" y="1901952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190195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Users should be able to create boards.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2286000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286000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user submits a board name (3–64 chars, unique per workspace), the system SHALL create a board and return its ID within 200ms.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73168" y="27432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Error Handling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2980944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2980944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Handle errors gracefully.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73168" y="3364992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3364992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board name already exists in the workspace, the system SHALL return HTTP 409 with error code BOARD_NAME_CONFLICT.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73168" y="38221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Non-Goals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73168" y="4059936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4059936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Don’t add authentication in this phase.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73168" y="4443984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4443984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Non-goal: This feature does not implement board-level permission controls. All workspace members can see all boards.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ACCEPTANCE CRITERIA  —  THE AGENT’S FINISH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Without AC, “done” is whatever the agent decides it 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Concrete completion target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knows exactly when to stop. No more endless refinement or premature termination.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0916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Prevents scope creep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5546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cannot add auth, logging, or tests you didn’t ask for if AC doesn’t mention them.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Generates test cases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AC becomes a test. If you write AC before implementation, tests write themselves.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70916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Enables verification loops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5546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Verifier and Judge LLM check output against AC automatically before opening a PR.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TWO AC FORMATS THAT WORK WELL WITH AGENTS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Given / When / Then  (BDD style)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Given: a board name that already exists in the workspace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When: a user submits a create board request with that name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Then: the API returns HTTP 409 with BOARD_NAME_CONFLICT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And: no new board is created in the database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EARS notation  (system-level constraints)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a user submits a board name,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create the board within 200ms.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the name contains &gt; 64 chars,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reject with HTTP 422.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RESEARCH → PLAN → IMPLEMENT  ·  Dex Horthy, HumanLayer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“Ask agents to think before coding” — the single practice that most improves agent output quality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618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039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RESEARCH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2976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1.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751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reads requirements.md and any referenced docs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976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2.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6751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searches codebase for relevant patterns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976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3.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identifies existing implementations to reuse or extend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976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flags knowledge gaps or ambiguous requirements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2976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5.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research summary before proceeding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11480" y="4297680"/>
            <a:ext cx="2514600" cy="5303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46634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⚠ Don’t skip this phase. Agents that skip research hallucinate dependencies and ignore existing patterns.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01752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261872"/>
            <a:ext cx="292608" cy="29260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73075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331012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1.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354787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produces detailed plan.md — not code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331012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2.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4787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Plan covers: approach, file changes, dependencies, risks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31012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3.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354787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plan and approves or redirects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31012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4.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354787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“Enable Think More to force careful reasoning” — JetBrains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331012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5.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54787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Approval gate: no implementation starts without plan sign-off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3291840" y="4297680"/>
            <a:ext cx="2514600" cy="530352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334670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⚠ The plan is a human-AI contract. Time spent here saves 10x in debugging later.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89788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61872"/>
            <a:ext cx="292608" cy="292608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661111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IMPLEMENT</a:t>
            </a:r>
            <a:endParaRPr lang="en-US" sz="1500" dirty="0"/>
          </a:p>
        </p:txBody>
      </p:sp>
      <p:sp>
        <p:nvSpPr>
          <p:cNvPr id="44" name="Text 39"/>
          <p:cNvSpPr/>
          <p:nvPr/>
        </p:nvSpPr>
        <p:spPr>
          <a:xfrm>
            <a:off x="619048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1.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642823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executes against the approved plan, task by task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619048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2.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642823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Verifiers run after each task (tests, lint, types)</a:t>
            </a:r>
            <a:endParaRPr lang="en-US" sz="1050" dirty="0"/>
          </a:p>
        </p:txBody>
      </p:sp>
      <p:sp>
        <p:nvSpPr>
          <p:cNvPr id="48" name="Text 43"/>
          <p:cNvSpPr/>
          <p:nvPr/>
        </p:nvSpPr>
        <p:spPr>
          <a:xfrm>
            <a:off x="619048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3.</a:t>
            </a:r>
            <a:endParaRPr lang="en-US" sz="1100" dirty="0"/>
          </a:p>
        </p:txBody>
      </p:sp>
      <p:sp>
        <p:nvSpPr>
          <p:cNvPr id="49" name="Text 44"/>
          <p:cNvSpPr/>
          <p:nvPr/>
        </p:nvSpPr>
        <p:spPr>
          <a:xfrm>
            <a:off x="642823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self-corrects against failures before escalating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19048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4.</a:t>
            </a:r>
            <a:endParaRPr lang="en-US" sz="1100" dirty="0"/>
          </a:p>
        </p:txBody>
      </p:sp>
      <p:sp>
        <p:nvSpPr>
          <p:cNvPr id="51" name="Text 46"/>
          <p:cNvSpPr/>
          <p:nvPr/>
        </p:nvSpPr>
        <p:spPr>
          <a:xfrm>
            <a:off x="642823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diff at each milestone checkpoint</a:t>
            </a:r>
            <a:endParaRPr lang="en-US" sz="1050" dirty="0"/>
          </a:p>
        </p:txBody>
      </p:sp>
      <p:sp>
        <p:nvSpPr>
          <p:cNvPr id="52" name="Text 47"/>
          <p:cNvSpPr/>
          <p:nvPr/>
        </p:nvSpPr>
        <p:spPr>
          <a:xfrm>
            <a:off x="619048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5.</a:t>
            </a:r>
            <a:endParaRPr lang="en-US" sz="1100" dirty="0"/>
          </a:p>
        </p:txBody>
      </p:sp>
      <p:sp>
        <p:nvSpPr>
          <p:cNvPr id="53" name="Text 48"/>
          <p:cNvSpPr/>
          <p:nvPr/>
        </p:nvSpPr>
        <p:spPr>
          <a:xfrm>
            <a:off x="642823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Spec and plan stay in context throughout — anchor agent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6172200" y="4297680"/>
            <a:ext cx="2514600" cy="5303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55" name="Text 50"/>
          <p:cNvSpPr/>
          <p:nvPr/>
        </p:nvSpPr>
        <p:spPr>
          <a:xfrm>
            <a:off x="622706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⚠ Implementation without a plan gate produces code that passes tests but fails the product.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CYCLES  —  HUMAN GATES IN THE SDD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Every gate is a decision point: approve and continue, redirect, or stop. Design them upfront.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633472"/>
            <a:ext cx="8138160" cy="0"/>
          </a:xfrm>
          <a:prstGeom prst="line">
            <a:avLst/>
          </a:prstGeom>
          <a:noFill/>
          <a:ln w="25400">
            <a:solidFill>
              <a:srgbClr val="D4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832104" y="2450592"/>
            <a:ext cx="3657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ASK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Goals clear? Non-goals explicit? Domain language correct?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1C3557"/>
                </a:solidFill>
              </a:rPr>
              <a:t>GATE 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234440" y="2194560"/>
            <a:ext cx="0" cy="256032"/>
          </a:xfrm>
          <a:prstGeom prst="line">
            <a:avLst/>
          </a:prstGeom>
          <a:noFill/>
          <a:ln w="12700">
            <a:solidFill>
              <a:srgbClr val="1C35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2871216" y="2450592"/>
            <a:ext cx="365760" cy="3657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Shape 15"/>
          <p:cNvSpPr/>
          <p:nvPr/>
        </p:nvSpPr>
        <p:spPr>
          <a:xfrm>
            <a:off x="2542032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33472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33472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Tech Lead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33472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ASK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33472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Approach sound? Dependencies identified? Risks called out?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42032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GATE 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73552" y="2194560"/>
            <a:ext cx="0" cy="256032"/>
          </a:xfrm>
          <a:prstGeom prst="line">
            <a:avLst/>
          </a:prstGeom>
          <a:noFill/>
          <a:ln w="12700">
            <a:solidFill>
              <a:srgbClr val="4A7F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700000">
            <a:off x="4901184" y="2450592"/>
            <a:ext cx="365760" cy="3657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 List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Sign-off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66344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Developer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ASK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66344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Tasks atomic? Sequence correct? AC mapped to tasks?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GATE 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03520" y="2194560"/>
            <a:ext cx="0" cy="256032"/>
          </a:xfrm>
          <a:prstGeom prst="line">
            <a:avLst/>
          </a:prstGeom>
          <a:noFill/>
          <a:ln w="12700">
            <a:solidFill>
              <a:srgbClr val="3A7D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700000">
            <a:off x="6931152" y="2450592"/>
            <a:ext cx="365760" cy="3657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601968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 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(per task)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93408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693408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Peer review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93408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ASK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693408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Diff matches plan? Tests pass? No scope creep?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01968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GATE 4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333488" y="2194560"/>
            <a:ext cx="0" cy="256032"/>
          </a:xfrm>
          <a:prstGeom prst="line">
            <a:avLst/>
          </a:prstGeom>
          <a:noFill/>
          <a:ln w="12700">
            <a:solidFill>
              <a:srgbClr val="3A7E6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Gate outcome: ✓ Approve  ↺ Redirect (agent revises)  ✗ Stop (scope change needed, go back to requirements)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SDD ANTI-PATTERNS  —  WHAT BREAKS THE LOOP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84% of devs use AI tools. Two-thirds are frustrated. The cause is almost always a spec failure.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Vague prompts as specs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invents answers to every unstated requirement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Write requirements.md before touching the agent. If you can’t spec it, you can’t build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Missing non-goals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adds auth, DB migrations, or entire subsystems you didn’t want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State every non-goal explicitly and positively. Agents cannot infer scope from omission.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acceptance criteria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“Done” is whatever the agent decides. Tasks never truly close.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Every feature needs verifiable AC before the agent starts. No AC = no finish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Skipping the plan gate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663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codes in the wrong direction for hours before you notice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663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Require plan.md approval before implementation. 5 min review saves 2 hours of rework.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663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Spec not in context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663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drifts from requirements as context window fills with code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663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SPEC.md in context throughout. Reference it in CLAUDE.md so agent always reloads it.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634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663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300+ instruction specs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663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performance degrades; critical requirements get ignored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663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each phase spec to 30–50 requirements. Phase your work — spec what you’re building now.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Spec for a Real Feature Your Team Needs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Pick a feature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Choose a real feature your team will build in the next sprint. It should be well-understood at the business level but not yet designed technically. Write the user story.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requirements.md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1762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8–12 requirements using domain language. For each, ask: is this implementation-free? Would a non-technical stakeholder understand it? Include 3 explicit non-goals.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acceptance criteria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29077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AC for your top 3 requirements using Given/When/Then. Each AC must be machine-verifiable. Swap with a neighbour: can they write a test from your AC without asking questions?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Run the research phase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36393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Open Claude Code. Ask it to READ your requirements.md and produce a research summary ONLY — no code. What does it identify as ambiguous? What existing code does it find relevant?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Review + debrief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90088" y="43708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the agent flag that you hadn’t considered? What did it miss? What would have gone wrong if it had gone straight to implementation without the research phase?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Think of a recent bug or rework. Was it caused by a spec failure, an implementation failure, or both?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SDD phases is your team currently skipping entirely? What’s the cost?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have to be true about your team’s process to make plan approval a hard gate before implementation?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Andrew Ng: “Managers are proposing 2x as many PMs as engineers.” Do you agree this is where the world is going?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PRD aligns humans. Spec executes agents.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SDD: Requirements → Plan → Tasks → Code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Research before planning. Plan before coding.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= agent’s finish line. No AC = no done.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Non-goals must be stated, not implied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Human gates at every phase transition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 in context throughout — anchor the agent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05: Automated Testing, TDD &amp; CI/CD  —  Verifier loops, feedback cycles, agent-driven testing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Spec-Driven Development &amp; PRDs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2026-04-05T19:46:33Z</dcterms:created>
  <dcterms:modified xsi:type="dcterms:W3CDTF">2026-04-05T19:46:33Z</dcterms:modified>
</cp:coreProperties>
</file>