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926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05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Automated Testing,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TDD &amp; CI/CD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65760" y="3090672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8DB8"/>
                </a:solidFill>
              </a:rPr>
              <a:t>Building the verification loops that make agents reliable at scale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3657600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38404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75–90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Level: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Intermediate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949440" y="594360"/>
            <a:ext cx="1874520" cy="685800"/>
          </a:xfrm>
          <a:prstGeom prst="rect">
            <a:avLst/>
          </a:prstGeom>
          <a:solidFill>
            <a:srgbClr val="1C3557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949440" y="59436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AC / Spec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543800" y="130759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90A8"/>
                </a:solidFill>
              </a:rPr>
              <a:t>↓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949440" y="1463040"/>
            <a:ext cx="1874520" cy="685800"/>
          </a:xfrm>
          <a:prstGeom prst="rect">
            <a:avLst/>
          </a:prstGeom>
          <a:solidFill>
            <a:srgbClr val="4A7FA8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49440" y="146304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Write Tests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543800" y="217627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90A8"/>
                </a:solidFill>
              </a:rPr>
              <a:t>↓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949440" y="2331720"/>
            <a:ext cx="1874520" cy="685800"/>
          </a:xfrm>
          <a:prstGeom prst="rect">
            <a:avLst/>
          </a:prstGeom>
          <a:solidFill>
            <a:srgbClr val="3A7DC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949440" y="233172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Agent Codes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543800" y="3044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90A8"/>
                </a:solidFill>
              </a:rPr>
              <a:t>↓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949440" y="3200400"/>
            <a:ext cx="1874520" cy="685800"/>
          </a:xfrm>
          <a:prstGeom prst="rect">
            <a:avLst/>
          </a:prstGeom>
          <a:solidFill>
            <a:srgbClr val="3A7E6E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949440" y="320040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Verifier Runs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543800" y="391363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90A8"/>
                </a:solidFill>
              </a:rPr>
              <a:t>↓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949440" y="4069080"/>
            <a:ext cx="1874520" cy="685800"/>
          </a:xfrm>
          <a:prstGeom prst="rect">
            <a:avLst/>
          </a:prstGeom>
          <a:solidFill>
            <a:srgbClr val="8096B0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949440" y="406908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✓ Pass / ↺ Fix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LEARNING OBJECTIVES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By the end of this module you will be able to: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64008" cy="166420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716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Name the 3 Agent Failure Modes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Classify agent failures as CI failure, functionally wrong (passes CI), or nonsensical — and understand how to prevent each.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6634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170432"/>
            <a:ext cx="64008" cy="1664208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716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Apply TDD with Agents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3035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Write acceptance criteria first, generate tests from AC, then let the agent implement against failing tests.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3200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0040" y="2999232"/>
            <a:ext cx="64008" cy="166420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2004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601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Design Verification Loops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601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Architect Verifier + Judge LLM patterns that catch errors before humans see them, inspired by Spotify’s Honk system.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6634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663440" y="2999232"/>
            <a:ext cx="64008" cy="1664208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20040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035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Integrate Agents into CI/CD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3035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Configure Claude Code to run in CI pipelines: scheduled PR reviews, overnight failure analysis, dependency audits.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THE 3 AGENT FAILURE MODES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</a:rPr>
              <a:t>Source: Spotify Engineering (Honk Part 3, 2025) — “Without feedback loops, agents often produce code that simply doesn’t work.”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697480" cy="379476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43000"/>
            <a:ext cx="2697480" cy="566928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43000"/>
            <a:ext cx="475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1143000"/>
            <a:ext cx="212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PR Fails CI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78308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WHAT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29768" y="1984248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The agent’s PR fails automated tests, linting, or the build. The simplest failure mode.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29768" y="266090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IMPACT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29768" y="286207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Low — CI catches it immediately. Engineer knows and can redirect the agent.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29768" y="3483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FIX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29768" y="3685032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Ensure CI runs fully before PR opens. Agent should run tests locally first via Verifier.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0" y="1143000"/>
            <a:ext cx="2697480" cy="379476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0" y="1143000"/>
            <a:ext cx="2697480" cy="566928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16" name="Text 14"/>
          <p:cNvSpPr/>
          <p:nvPr/>
        </p:nvSpPr>
        <p:spPr>
          <a:xfrm>
            <a:off x="3200400" y="1143000"/>
            <a:ext cx="475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703320" y="1143000"/>
            <a:ext cx="212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Passes CI but Functionally Wrong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310128" y="178308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E8A0A8"/>
                </a:solidFill>
              </a:rPr>
              <a:t>WHAT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310128" y="1984248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The PR merges successfully but the implementation is incorrect. Tests weren’t comprehensive enough to catch the bug.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310128" y="266090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E8A0A8"/>
                </a:solidFill>
              </a:rPr>
              <a:t>IMPACT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310128" y="286207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HIGH — erodes trust in automation. Hard to detect in PR review across thousands of components.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310128" y="3483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E8A0A8"/>
                </a:solidFill>
              </a:rPr>
              <a:t>FIX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310128" y="3685032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Write tests from AC before implementation. Judge LLM evaluates functional correctness, not just CI green.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80760" y="1143000"/>
            <a:ext cx="2697480" cy="379476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80760" y="1143000"/>
            <a:ext cx="2697480" cy="566928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26" name="Text 24"/>
          <p:cNvSpPr/>
          <p:nvPr/>
        </p:nvSpPr>
        <p:spPr>
          <a:xfrm>
            <a:off x="6080760" y="1143000"/>
            <a:ext cx="475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03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583680" y="1143000"/>
            <a:ext cx="212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Nonsensical PR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190488" y="178308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096B0"/>
                </a:solidFill>
              </a:rPr>
              <a:t>WHAT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190488" y="1984248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Agent couldn’t figure out how to run builds/tests, changed things outside scope, or got confused and produced garbage.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190488" y="266090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096B0"/>
                </a:solidFill>
              </a:rPr>
              <a:t>IMPACT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190488" y="286207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MEDIUM — wastes engineer review time. Expensive at scale across hundreds of PRs.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190488" y="3483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096B0"/>
                </a:solidFill>
              </a:rPr>
              <a:t>FIX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190488" y="3685032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Tight scope in prompt. Verifier detects when agent changed files outside the specified scope.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TEST-DRIVEN DEVELOPMENT WITH AGENTS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Acceptance criteria → tests → implementation: the loop that makes agent output verifiable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1572768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88720"/>
            <a:ext cx="1572768" cy="50292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8872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22376" y="1188720"/>
            <a:ext cx="1133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Write AC (Human)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11480" y="1755648"/>
            <a:ext cx="1389888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From your SPEC.md, write concrete Given/When/Then acceptance criteria. This is the single source of truth for what “done” means.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93192" y="4023360"/>
            <a:ext cx="1426464" cy="749808"/>
          </a:xfrm>
          <a:prstGeom prst="rect">
            <a:avLst/>
          </a:prstGeom>
          <a:solidFill>
            <a:srgbClr val="1C3557">
              <a:alpha val="12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429768" y="4059936"/>
            <a:ext cx="13533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C3557"/>
                </a:solidFill>
              </a:rPr>
              <a:t>spec.md → acceptance_criteria.md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892808" y="2761488"/>
            <a:ext cx="146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039112" y="1188720"/>
            <a:ext cx="1572768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39112" y="1188720"/>
            <a:ext cx="1572768" cy="50292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5" name="Text 13"/>
          <p:cNvSpPr/>
          <p:nvPr/>
        </p:nvSpPr>
        <p:spPr>
          <a:xfrm>
            <a:off x="2039112" y="118872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441448" y="1188720"/>
            <a:ext cx="1133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Generate Tests (Agent)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130552" y="1755648"/>
            <a:ext cx="1389888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Ask the agent to read the AC and write failing tests. No implementation yet — just tests. Human reviews: do tests actually verify the AC?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112264" y="4023360"/>
            <a:ext cx="1426464" cy="749808"/>
          </a:xfrm>
          <a:prstGeom prst="rect">
            <a:avLst/>
          </a:prstGeom>
          <a:solidFill>
            <a:srgbClr val="4A7FA8">
              <a:alpha val="12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2148840" y="4059936"/>
            <a:ext cx="13533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4A7FA8"/>
                </a:solidFill>
              </a:rPr>
              <a:t>test_board_creation.py — all failing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11880" y="2761488"/>
            <a:ext cx="146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3758184" y="1188720"/>
            <a:ext cx="1572768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758184" y="1188720"/>
            <a:ext cx="1572768" cy="5029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3" name="Text 21"/>
          <p:cNvSpPr/>
          <p:nvPr/>
        </p:nvSpPr>
        <p:spPr>
          <a:xfrm>
            <a:off x="3758184" y="118872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160520" y="1188720"/>
            <a:ext cx="1133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Implement (Agent)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849624" y="1755648"/>
            <a:ext cx="1389888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Agent implements against failing tests. Runs tests after each change. Iterates until all pass. Human defined the finish line; agent drives to it.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831336" y="4023360"/>
            <a:ext cx="1426464" cy="749808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3867912" y="4059936"/>
            <a:ext cx="13533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A7DC9"/>
                </a:solidFill>
              </a:rPr>
              <a:t>board_service.py — agent writes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330952" y="2761488"/>
            <a:ext cx="146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77256" y="1188720"/>
            <a:ext cx="1572768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477256" y="1188720"/>
            <a:ext cx="1572768" cy="50292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1" name="Text 29"/>
          <p:cNvSpPr/>
          <p:nvPr/>
        </p:nvSpPr>
        <p:spPr>
          <a:xfrm>
            <a:off x="5477256" y="118872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879592" y="1188720"/>
            <a:ext cx="1133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Verifier Runs (Auto)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568696" y="1755648"/>
            <a:ext cx="1389888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Before PR opens: lint, types, all tests, coverage threshold. If any fail, agent self-corrects. PR only opens when Verifier is green.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50408" y="4023360"/>
            <a:ext cx="1426464" cy="749808"/>
          </a:xfrm>
          <a:prstGeom prst="rect">
            <a:avLst/>
          </a:prstGeom>
          <a:solidFill>
            <a:srgbClr val="3A7E6E">
              <a:alpha val="12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5586984" y="4059936"/>
            <a:ext cx="13533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A7E6E"/>
                </a:solidFill>
              </a:rPr>
              <a:t>CI: 100% AC coverage required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50024" y="2761488"/>
            <a:ext cx="146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→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96328" y="1188720"/>
            <a:ext cx="1572768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196328" y="1188720"/>
            <a:ext cx="1572768" cy="502920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39" name="Text 37"/>
          <p:cNvSpPr/>
          <p:nvPr/>
        </p:nvSpPr>
        <p:spPr>
          <a:xfrm>
            <a:off x="7196328" y="118872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7598664" y="1188720"/>
            <a:ext cx="1133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Human Reviews (HITL)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287768" y="1755648"/>
            <a:ext cx="1389888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Engineer reviews the diff. Did the agent stay in scope? Is the implementation clean? Does the behaviour match what was intended?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269480" y="4023360"/>
            <a:ext cx="1426464" cy="749808"/>
          </a:xfrm>
          <a:prstGeom prst="rect">
            <a:avLst/>
          </a:prstGeom>
          <a:solidFill>
            <a:srgbClr val="8096B0">
              <a:alpha val="1200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7306056" y="4059936"/>
            <a:ext cx="13533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096B0"/>
                </a:solidFill>
              </a:rPr>
              <a:t>PR diff — human approves or redirects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2004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THE VERIFICATION LOOP  ·  Spotify Honk Architecture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“With verifiers and a Judge to guide them, agents can solve increasingly complex tasks with a high degree of reliability.”  — Spotify Engineering, Honk Part 3 (Dec 2025)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28600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2286000" cy="4572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344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Background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Coding Agent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8" y="1755648"/>
            <a:ext cx="20665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Reads prompt + spec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Makes code changes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Runs build locally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Self-corrects on errors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Bounded scope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88920" y="230428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A7FA8"/>
                </a:solidFill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291840" y="1234440"/>
            <a:ext cx="256032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91840" y="1234440"/>
            <a:ext cx="2560320" cy="45720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3291840" y="1234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Verifier Layer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01568" y="1755648"/>
            <a:ext cx="2340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Unit tests run &amp; pass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401568" y="2103120"/>
            <a:ext cx="2340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Linter — zero warnings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401568" y="2450592"/>
            <a:ext cx="2340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Type checker clean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01568" y="2798064"/>
            <a:ext cx="2340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Build compiles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401568" y="3145536"/>
            <a:ext cx="2340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Coverage threshold met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01568" y="3493008"/>
            <a:ext cx="2340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Scope: only allowed files changed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897880" y="230428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A7E6E"/>
                </a:solidFill>
              </a:rPr>
              <a:t>→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6400800" y="1234440"/>
            <a:ext cx="242316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1234440"/>
            <a:ext cx="2423160" cy="45720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0" y="12344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Judge LLM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0528" y="1755648"/>
            <a:ext cx="2203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Diff is functionally correct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510528" y="2139696"/>
            <a:ext cx="2203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Stayed within scope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510528" y="2523744"/>
            <a:ext cx="2203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No hallucinated APIs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510528" y="2907792"/>
            <a:ext cx="2203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Logic matches spec intent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510528" y="3291840"/>
            <a:ext cx="2203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Quality acceptable for PR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0040" y="3931920"/>
            <a:ext cx="2743200" cy="804672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29768" y="3931920"/>
            <a:ext cx="25237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✓ Verifier + Judge pass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29768" y="4352544"/>
            <a:ext cx="2523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PR opens automatically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64408" y="3931920"/>
            <a:ext cx="2743200" cy="804672"/>
          </a:xfrm>
          <a:prstGeom prst="rect">
            <a:avLst/>
          </a:prstGeom>
          <a:solidFill>
            <a:srgbClr val="3A7DC9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3374136" y="3931920"/>
            <a:ext cx="25237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↺ Verifier fails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374136" y="4352544"/>
            <a:ext cx="2523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Agent self-corrects, loops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08776" y="3931920"/>
            <a:ext cx="2743200" cy="804672"/>
          </a:xfrm>
          <a:prstGeom prst="rect">
            <a:avLst/>
          </a:prstGeom>
          <a:solidFill>
            <a:srgbClr val="8096B0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318504" y="3931920"/>
            <a:ext cx="25237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✗ Judge rejects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318504" y="4352544"/>
            <a:ext cx="2523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Agent revises with feedback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WRITING TESTS AGENTS CAN USE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Tests are the Verifier’s language — write them before implementation and make them machine-verifiable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54864" cy="118872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466344" y="1243584"/>
            <a:ext cx="3959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Test behaviour, not implementation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66344" y="1627632"/>
            <a:ext cx="3959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Tests should verify what the system does, not how it does it. If the agent refactors, tests should still pass. Test against your AC, not internal state.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170432"/>
            <a:ext cx="54864" cy="118872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1" name="Text 9"/>
          <p:cNvSpPr/>
          <p:nvPr/>
        </p:nvSpPr>
        <p:spPr>
          <a:xfrm>
            <a:off x="4809744" y="1243584"/>
            <a:ext cx="3959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100% AC coverage is non-negotiable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09744" y="1627632"/>
            <a:ext cx="3959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Every acceptance criterion must have at least one test. If there’s no test for it, the agent has no way to know it’s implemented correctly.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249631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2496312"/>
            <a:ext cx="54864" cy="118872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5" name="Text 13"/>
          <p:cNvSpPr/>
          <p:nvPr/>
        </p:nvSpPr>
        <p:spPr>
          <a:xfrm>
            <a:off x="466344" y="2569464"/>
            <a:ext cx="3959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Include edge cases explicitly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66344" y="2953512"/>
            <a:ext cx="3959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Agents are excellent at the happy path. They’re poor at inferring edge cases. Write tests for: empty input, boundary values, concurrent access, network failure.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249631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496312"/>
            <a:ext cx="54864" cy="118872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2569464"/>
            <a:ext cx="3959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Keep tests deterministic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09744" y="2953512"/>
            <a:ext cx="3959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Non-deterministic tests (flaky tests, time-dependent tests) destroy agent confidence. The Verifier needs a reliable signal. Flaky ≠ agent failure.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0040" y="382219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3822192"/>
            <a:ext cx="54864" cy="118872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3" name="Text 21"/>
          <p:cNvSpPr/>
          <p:nvPr/>
        </p:nvSpPr>
        <p:spPr>
          <a:xfrm>
            <a:off x="466344" y="3895344"/>
            <a:ext cx="3959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Tests run fast enough for agent loops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66344" y="4279392"/>
            <a:ext cx="3959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If your test suite takes 20 minutes, agents can’t iterate quickly. Invest in fast test layers: unit (&lt; 1s), integration (&lt; 30s), e2e gated to CI.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63440" y="382219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63440" y="3822192"/>
            <a:ext cx="54864" cy="118872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7" name="Text 25"/>
          <p:cNvSpPr/>
          <p:nvPr/>
        </p:nvSpPr>
        <p:spPr>
          <a:xfrm>
            <a:off x="4809744" y="3895344"/>
            <a:ext cx="3959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Generate test scaffolding from AC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09744" y="4279392"/>
            <a:ext cx="3959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Ask the agent to generate test stubs from your AC file first. Then review those stubs before asking for implementation. Test structure ≡ spec review.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CI/CD INTEGRATION PATTERNS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Claude Code follows the Unix philosophy: composable, pipeable, scriptable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118872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54864" cy="11887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6" name="Text 4"/>
          <p:cNvSpPr/>
          <p:nvPr/>
        </p:nvSpPr>
        <p:spPr>
          <a:xfrm>
            <a:off x="466344" y="1225296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PR Security Review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9768" y="1517904"/>
            <a:ext cx="4023360" cy="347472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8" name="Text 6"/>
          <p:cNvSpPr/>
          <p:nvPr/>
        </p:nvSpPr>
        <p:spPr>
          <a:xfrm>
            <a:off x="484632" y="1517904"/>
            <a:ext cx="3950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8D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diff main --name-only | claude -p "review changed files for security issues"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66344" y="1938528"/>
            <a:ext cx="4005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Catches security issues before human review, not after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09160" y="1170432"/>
            <a:ext cx="4206240" cy="118872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1170432"/>
            <a:ext cx="54864" cy="11887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2" name="Text 10"/>
          <p:cNvSpPr/>
          <p:nvPr/>
        </p:nvSpPr>
        <p:spPr>
          <a:xfrm>
            <a:off x="4855464" y="1225296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CI Failure Analysis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18888" y="1517904"/>
            <a:ext cx="4023360" cy="347472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14" name="Text 12"/>
          <p:cNvSpPr/>
          <p:nvPr/>
        </p:nvSpPr>
        <p:spPr>
          <a:xfrm>
            <a:off x="4873752" y="1517904"/>
            <a:ext cx="3950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8D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 -200 build.log | claude -p "summarise failures and suggest fixes"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855464" y="1938528"/>
            <a:ext cx="4005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Engineer gets a digest, not a wall of logs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" y="2468880"/>
            <a:ext cx="4206240" cy="118872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2468880"/>
            <a:ext cx="54864" cy="11887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8" name="Text 16"/>
          <p:cNvSpPr/>
          <p:nvPr/>
        </p:nvSpPr>
        <p:spPr>
          <a:xfrm>
            <a:off x="466344" y="2523744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Dependency Audit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29768" y="2816352"/>
            <a:ext cx="4023360" cy="347472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" y="2816352"/>
            <a:ext cx="3950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8D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-p "audit dependencies for vulnerabilities and outdated packages"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66344" y="3236976"/>
            <a:ext cx="4005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Proactive hygiene without engineer time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709160" y="2468880"/>
            <a:ext cx="4206240" cy="118872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09160" y="2468880"/>
            <a:ext cx="54864" cy="11887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4" name="Text 22"/>
          <p:cNvSpPr/>
          <p:nvPr/>
        </p:nvSpPr>
        <p:spPr>
          <a:xfrm>
            <a:off x="4855464" y="2523744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Translation / Localisation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18888" y="2816352"/>
            <a:ext cx="4023360" cy="347472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26" name="Text 24"/>
          <p:cNvSpPr/>
          <p:nvPr/>
        </p:nvSpPr>
        <p:spPr>
          <a:xfrm>
            <a:off x="4873752" y="2816352"/>
            <a:ext cx="3950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8D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-p "translate new strings into French and raise a PR for review"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855464" y="3236976"/>
            <a:ext cx="4005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i18n stays current automatically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0040" y="3767328"/>
            <a:ext cx="4206240" cy="118872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20040" y="3767328"/>
            <a:ext cx="54864" cy="11887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0" name="Text 28"/>
          <p:cNvSpPr/>
          <p:nvPr/>
        </p:nvSpPr>
        <p:spPr>
          <a:xfrm>
            <a:off x="466344" y="3822192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Doc Sync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29768" y="4114800"/>
            <a:ext cx="4023360" cy="347472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2" name="Text 30"/>
          <p:cNvSpPr/>
          <p:nvPr/>
        </p:nvSpPr>
        <p:spPr>
          <a:xfrm>
            <a:off x="484632" y="4114800"/>
            <a:ext cx="3950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8D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-p "update API docs to reflect changes merged in last 24h"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66344" y="4535424"/>
            <a:ext cx="4005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Docs never go stale; engineers don’t write them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3767328"/>
            <a:ext cx="4206240" cy="118872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709160" y="3767328"/>
            <a:ext cx="54864" cy="11887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6" name="Text 34"/>
          <p:cNvSpPr/>
          <p:nvPr/>
        </p:nvSpPr>
        <p:spPr>
          <a:xfrm>
            <a:off x="4855464" y="3822192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Overnight Analysis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818888" y="4114800"/>
            <a:ext cx="4023360" cy="347472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8" name="Text 36"/>
          <p:cNvSpPr/>
          <p:nvPr/>
        </p:nvSpPr>
        <p:spPr>
          <a:xfrm>
            <a:off x="4873752" y="4114800"/>
            <a:ext cx="3950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8D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-p "analyse test coverage gaps and suggest new tests for uncovered paths"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855464" y="4535424"/>
            <a:ext cx="4005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Coverage reporting arrives with coffee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TEST COVERAGE STRATEGY FOR AGENTIC SYSTEMS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2697480" cy="40416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68680"/>
            <a:ext cx="2697480" cy="56692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86868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Unit Tests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121615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&lt; 1 second · Every code change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29768" y="152704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DC9"/>
                </a:solidFill>
              </a:rPr>
              <a:t>WHAT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29768" y="1728216"/>
            <a:ext cx="24688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Test individual functions, methods, and classes in isolation. Agent runs these in the Verifier loop after every file change. Fast feedback = faster agent iteration.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29768" y="280720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DC9"/>
                </a:solidFill>
              </a:rPr>
              <a:t>AC MAPPING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29768" y="3008376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100% of AC mapped to unit tests. No untested acceptance criteria.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11480" y="3721608"/>
            <a:ext cx="2514600" cy="1024128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" y="3758184"/>
            <a:ext cx="2404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3A7DC9"/>
                </a:solidFill>
              </a:rPr>
              <a:t>⚠ Gate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66344" y="3995928"/>
            <a:ext cx="240487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Must pass before agent attempts integration tests.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0" y="868680"/>
            <a:ext cx="2697480" cy="40416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0" y="868680"/>
            <a:ext cx="2697480" cy="5669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0" y="86868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Integration Tests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200400" y="121615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&lt; 30 seconds · Every PR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310128" y="152704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4A7FA8"/>
                </a:solidFill>
              </a:rPr>
              <a:t>WHAT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310128" y="1728216"/>
            <a:ext cx="24688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Test interactions between components, external APIs (mocked), and database operations. Run in the CI pipeline before human review.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310128" y="280720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4A7FA8"/>
                </a:solidFill>
              </a:rPr>
              <a:t>AC MAPPING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310128" y="3008376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Every API contract has an integration test. Every database operation tested.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291840" y="3721608"/>
            <a:ext cx="2514600" cy="1024128"/>
          </a:xfrm>
          <a:prstGeom prst="rect">
            <a:avLst/>
          </a:prstGeom>
          <a:solidFill>
            <a:srgbClr val="4A7FA8">
              <a:alpha val="12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3346704" y="3758184"/>
            <a:ext cx="2404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4A7FA8"/>
                </a:solidFill>
              </a:rPr>
              <a:t>⚠ Gate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46704" y="3995928"/>
            <a:ext cx="240487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Must pass before PR can be reviewed.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80760" y="868680"/>
            <a:ext cx="2697480" cy="40416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080760" y="868680"/>
            <a:ext cx="2697480" cy="56692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8" name="Text 26"/>
          <p:cNvSpPr/>
          <p:nvPr/>
        </p:nvSpPr>
        <p:spPr>
          <a:xfrm>
            <a:off x="6080760" y="86868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End-to-End Tests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080760" y="121615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1–5 minutes · Before merge / nightly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190488" y="152704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WHAT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190488" y="1728216"/>
            <a:ext cx="24688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Full user-flow tests in a production-like environment. Too slow for agent loops but essential for catching regressions introduced by multi-file changes.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190488" y="280720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AC MAPPING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190488" y="3008376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Every user-facing acceptance criterion covered by at least one E2E test.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172200" y="3721608"/>
            <a:ext cx="2514600" cy="1024128"/>
          </a:xfrm>
          <a:prstGeom prst="rect">
            <a:avLst/>
          </a:prstGeom>
          <a:solidFill>
            <a:srgbClr val="3A7E6E">
              <a:alpha val="12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6227064" y="3758184"/>
            <a:ext cx="2404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3A7E6E"/>
                </a:solidFill>
              </a:rPr>
              <a:t>⚠ Gate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227064" y="3995928"/>
            <a:ext cx="240487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Must pass before merge to main.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20040" y="4846320"/>
            <a:ext cx="8503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Coverage target: 100% of AC ≠ 100% line coverage. Line coverage without AC coverage is vanity. AC coverage without line coverage is risk. You need both.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TESTING ANTI-PATTERNS WITH AGENTS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These patterns destroy the reliability that verification loops are supposed to guarantee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225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 tests, just linting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15544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thinks it’s done; code is syntactically correct but wrong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19385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Require functional tests in the Verifier. Lint is necessary but not sufficient.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468880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468880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468880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25237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Tests written after code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28529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writes tests to match its own (wrong) implementation — not the spec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32369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AC first, tests second, implementation third. Always. Non-negotiable.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3767328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767328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767328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" y="3822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Flaky tests in agent loop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41513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gets false failures, re-runs endlessly, or ignores tests as noise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22960" y="453542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Zero tolerance for non-deterministic tests in agent Verifier. Fix before agent adoption.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634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1170432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663440" y="117043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166360" y="1225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 coverage on changed files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166360" y="15544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changes file X; tests cover file Y. Failure mode 2 (functionally wrong) goes undetected.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66360" y="19385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Coverage gate: any file changed by agent must have test coverage. Fail PR if not.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63440" y="2468880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2468880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0" y="2468880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166360" y="25237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Test suite too slow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66360" y="28529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can’t iterate; feedback loops become 20-minute cycles; productivity collapses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166360" y="32369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Build a fast unit test suite (&lt; 5s) specifically for agent Verifier loops.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663440" y="3767328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663440" y="3767328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4663440" y="3767328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166360" y="3822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Scope not enforced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166360" y="41513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changes 47 files when asked to fix a button. Code review becomes impossible.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166360" y="453542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Verifier checks: which files were changed? Were all of them in scope? Fail if not.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REAL RESULTS  ·  SPOTIFY HONK  ·  2024–2026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What happens when you build proper verification loops into an agentic CI/CD pipeline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2697480" cy="1600200"/>
          </a:xfrm>
          <a:prstGeom prst="rect">
            <a:avLst/>
          </a:prstGeom>
          <a:solidFill>
            <a:srgbClr val="3A7DC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1207008"/>
            <a:ext cx="2697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~50%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320040" y="1956816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of all PRs automated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20040" y="228600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D4E4F0"/>
                </a:solidFill>
              </a:rPr>
              <a:t>by agents since mid-2024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170432"/>
            <a:ext cx="2697480" cy="1600200"/>
          </a:xfrm>
          <a:prstGeom prst="rect">
            <a:avLst/>
          </a:prstGeom>
          <a:solidFill>
            <a:srgbClr val="4A7FA8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00400" y="1207008"/>
            <a:ext cx="2697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1,500+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200400" y="1956816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agent-generated PRs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200400" y="228600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D4E4F0"/>
                </a:solidFill>
              </a:rPr>
              <a:t>successfully merged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80760" y="1170432"/>
            <a:ext cx="2697480" cy="1600200"/>
          </a:xfrm>
          <a:prstGeom prst="rect">
            <a:avLst/>
          </a:prstGeom>
          <a:solidFill>
            <a:srgbClr val="3A7E6E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080760" y="1207008"/>
            <a:ext cx="2697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50+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080760" y="1956816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features shipped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080760" y="228600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D4E4F0"/>
                </a:solidFill>
              </a:rPr>
              <a:t>in 2025 via agent pipeline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2907792"/>
            <a:ext cx="4206240" cy="859536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20040" y="2907792"/>
            <a:ext cx="54864" cy="859536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18" name="Text 16"/>
          <p:cNvSpPr/>
          <p:nvPr/>
        </p:nvSpPr>
        <p:spPr>
          <a:xfrm>
            <a:off x="466344" y="2962656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Sandboxing = predictability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66344" y="3291840"/>
            <a:ext cx="4005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Agent in container with minimal permissions and binaries. Intentional restriction → more predictable behavior + security.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09160" y="2907792"/>
            <a:ext cx="4206240" cy="859536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709160" y="2907792"/>
            <a:ext cx="54864" cy="859536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22" name="Text 20"/>
          <p:cNvSpPr/>
          <p:nvPr/>
        </p:nvSpPr>
        <p:spPr>
          <a:xfrm>
            <a:off x="4855464" y="2962656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Verifier ≠ optional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55464" y="3291840"/>
            <a:ext cx="4005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Without verifiers, agents produced code that “simply doesn’t work.” The verification loop isn’t overhead — it’s what makes automation viable.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20040" y="3877056"/>
            <a:ext cx="4206240" cy="859536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20040" y="3877056"/>
            <a:ext cx="54864" cy="859536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26" name="Text 24"/>
          <p:cNvSpPr/>
          <p:nvPr/>
        </p:nvSpPr>
        <p:spPr>
          <a:xfrm>
            <a:off x="466344" y="393192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Judge catches what CI misses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66344" y="4261104"/>
            <a:ext cx="4005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 separate LLM evaluating the diff for correctness caught functional failures that unit tests missed entirely.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09160" y="3877056"/>
            <a:ext cx="4206240" cy="859536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709160" y="3877056"/>
            <a:ext cx="54864" cy="859536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30" name="Text 28"/>
          <p:cNvSpPr/>
          <p:nvPr/>
        </p:nvSpPr>
        <p:spPr>
          <a:xfrm>
            <a:off x="4855464" y="393192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Coverage requirement changed everything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855464" y="4261104"/>
            <a:ext cx="4005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Requiring test coverage on changed files eliminated failure mode 2. Agents could no longer hide wrong behaviour behind passing CI.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30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3557"/>
                </a:solidFill>
              </a:rPr>
              <a:t>Build a Verification Loop for Your Team’s First Automated PR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20040" y="1389888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389888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389888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86968" y="1444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Map your failure modes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990088" y="144475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86968" y="1792224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In the last 3 sprints, classify each regression or defect into the 3 failure modes. Which mode is most common? That’s where your Verifier needs to invest first.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" y="2276856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276856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276856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86968" y="23317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Write AC-to-test mapping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990088" y="233172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(10 min)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86968" y="2679192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Take the SPEC.md you wrote in Module 4. Write test stubs (not implementations) for each acceptance criterion. Use Given/When/Then comments as test names. Swap with a neighbour: are they testable?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163824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163824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163824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86968" y="321868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Design your Verifier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990088" y="321868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86968" y="3566160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Define: what commands does your Verifier run? In what order? What does failure at each step trigger? Draw the decision tree: pass → PR opens, fail → agent self-corrects, threshold exceeded → human escalation.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4050792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4050792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4050792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86968" y="410565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Write one CI integration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2990088" y="4105656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4453128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Using the CLI patterns from Slide 7, write a one-liner that your team could add to your CI config today. What would it catch? What would it have caught in the last quarter?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DISCUSSION + MODULE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502920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solidFill>
            <a:srgbClr val="5B8DB8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DISCUSSION QUESTIONS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Q1.  Which of the 3 failure modes have you personally experienced? What was the impact?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Q2.  What’s the current gap between your fastest test suite and what an agent Verifier would need?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Q3.  If you added a Judge LLM to your PR process today, what would it be evaluating?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Q4.  Pick one CI integration from Slide 7. What would it have caught in your last sprint?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532120" y="749808"/>
            <a:ext cx="329184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KEY TAKEAWAYS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280160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3 failure modes: CI fail, wrong, nonsensical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AC first, tests second, code third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Verifier + Judge = reliability at scale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100% AC coverage ≠ 100% line coverage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Fast unit tests enable agent loops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Scope enforcement stops nonsensical PRs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CI integration multiplies agent value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solidFill>
            <a:srgbClr val="3A7DC9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NEXT  ·  Module 06: Review Cycles, Hygiene &amp; Continuous Improvement  —  Human gates, ADRs, supervised development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5: Automated Testing, TDD &amp; CI/CD</dc:title>
  <dc:subject>PptxGenJS Presentation</dc:subject>
  <dc:creator>PptxGenJS</dc:creator>
  <cp:lastModifiedBy>PptxGenJS</cp:lastModifiedBy>
  <cp:revision>1</cp:revision>
  <dcterms:created xsi:type="dcterms:W3CDTF">2026-04-05T19:46:33Z</dcterms:created>
  <dcterms:modified xsi:type="dcterms:W3CDTF">2026-04-05T19:46:33Z</dcterms:modified>
</cp:coreProperties>
</file>